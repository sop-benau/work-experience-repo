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B20A51BE.xml" ContentType="application/vnd.openxmlformats-officedocument.presentationml.slideMaster+xml"/>
  <Override PartName="/ppt/slides/slide_A01_7117CB74.xml" ContentType="application/vnd.openxmlformats-officedocument.presentationml.slide+xml"/>
  <Override PartName="/ppt/slides/slide_A02_FAEB8ED3.xml" ContentType="application/vnd.openxmlformats-officedocument.presentationml.slide+xml"/>
  <Override PartName="/ppt/slides/slide_A03_6F5DA3C8.xml" ContentType="application/vnd.openxmlformats-officedocument.presentationml.slide+xml"/>
  <Override PartName="/ppt/notesMasters/notesMaster_0_146C328.xml" ContentType="application/vnd.openxmlformats-officedocument.presentationml.notesMaster+xml"/>
  <Override PartName="/ppt/presProps.xml" ContentType="application/vnd.openxmlformats-officedocument.presentationml.presProps+xml"/>
  <Override PartName="/ppt/theme/theme_80000000_B20A51BE.xml" ContentType="application/vnd.openxmlformats-officedocument.theme+xml"/>
  <Override PartName="/ppt/tableStyles.xml" ContentType="application/vnd.openxmlformats-officedocument.presentationml.tableStyles+xml"/>
  <Override PartName="/ppt/slideLayouts/slideLayout_80000001_969D7D9A.xml" ContentType="application/vnd.openxmlformats-officedocument.presentationml.slideLayout+xml"/>
  <Override PartName="/ppt/slideLayouts/slideLayout_80000002_FE6CB7E2.xml" ContentType="application/vnd.openxmlformats-officedocument.presentationml.slideLayout+xml"/>
  <Override PartName="/ppt/slideLayouts/slideLayout_80000003_8E531106.xml" ContentType="application/vnd.openxmlformats-officedocument.presentationml.slideLayout+xml"/>
  <Override PartName="/ppt/slideLayouts/slideLayout_80000004_280F8921.xml" ContentType="application/vnd.openxmlformats-officedocument.presentationml.slideLayout+xml"/>
  <Override PartName="/ppt/slideLayouts/slideLayout_80000005_DC64CF0D.xml" ContentType="application/vnd.openxmlformats-officedocument.presentationml.slideLayout+xml"/>
  <Override PartName="/ppt/slideLayouts/slideLayout_80000006_CB23283E.xml" ContentType="application/vnd.openxmlformats-officedocument.presentationml.slideLayout+xml"/>
  <Override PartName="/ppt/slideLayouts/slideLayout_80000007_CFCC3BBA.xml" ContentType="application/vnd.openxmlformats-officedocument.presentationml.slideLayout+xml"/>
  <Override PartName="/ppt/slideLayouts/slideLayout_80000008_AAC011F3.xml" ContentType="application/vnd.openxmlformats-officedocument.presentationml.slideLayout+xml"/>
  <Override PartName="/ppt/slideLayouts/slideLayout_80000009_D453938E.xml" ContentType="application/vnd.openxmlformats-officedocument.presentationml.slideLayout+xml"/>
  <Override PartName="/ppt/slideLayouts/slideLayout_8000000A_B3CBB571.xml" ContentType="application/vnd.openxmlformats-officedocument.presentationml.slideLayout+xml"/>
  <Override PartName="/ppt/slideLayouts/slideLayout_8000000B_4D1E0D4D.xml" ContentType="application/vnd.openxmlformats-officedocument.presentationml.slideLayout+xml"/>
  <Override PartName="/ppt/slideLayouts/slideLayout_80000018_3E4FBA77.xml" ContentType="application/vnd.openxmlformats-officedocument.presentationml.slideLayout+xml"/>
  <Override PartName="/ppt/slideLayouts/slideLayout_80000019_427AC6E8.xml" ContentType="application/vnd.openxmlformats-officedocument.presentationml.slideLayout+xml"/>
  <Override PartName="/ppt/slideLayouts/slideLayout_8000001A_D386435F.xml" ContentType="application/vnd.openxmlformats-officedocument.presentationml.slideLayout+xml"/>
  <Override PartName="/ppt/slideLayouts/slideLayout_8000001B_F813678C.xml" ContentType="application/vnd.openxmlformats-officedocument.presentationml.slideLayout+xml"/>
  <Override PartName="/ppt/slideLayouts/slideLayout_8000001C_191FDFD5.xml" ContentType="application/vnd.openxmlformats-officedocument.presentationml.slideLayout+xml"/>
  <Override PartName="/ppt/slideLayouts/slideLayout_8000001D_8702AA12.xml" ContentType="application/vnd.openxmlformats-officedocument.presentationml.slideLayout+xml"/>
  <Override PartName="/ppt/slideLayouts/slideLayout_8000001E_3CD5C543.xml" ContentType="application/vnd.openxmlformats-officedocument.presentationml.slideLayout+xml"/>
  <Override PartName="/ppt/slideLayouts/slideLayout_8000001F_235E8931.xml" ContentType="application/vnd.openxmlformats-officedocument.presentationml.slideLayout+xml"/>
  <Override PartName="/ppt/slideLayouts/slideLayout_80000020_B5F1402D.xml" ContentType="application/vnd.openxmlformats-officedocument.presentationml.slideLayout+xml"/>
  <Override PartName="/ppt/slideLayouts/slideLayout_80000021_65354517.xml" ContentType="application/vnd.openxmlformats-officedocument.presentationml.slideLayout+xml"/>
  <Override PartName="/ppt/slideLayouts/slideLayout_80000022_C96E6E55.xml" ContentType="application/vnd.openxmlformats-officedocument.presentationml.slideLayout+xml"/>
  <Override PartName="/ppt/slideLayouts/slideLayout_80000023_7F296684.xml" ContentType="application/vnd.openxmlformats-officedocument.presentationml.slideLayout+xml"/>
  <Override PartName="/ppt/slideLayouts/slideLayout_80000024_1FDB8F32.xml" ContentType="application/vnd.openxmlformats-officedocument.presentationml.slideLayout+xml"/>
  <Override PartName="/ppt/slideLayouts/slideLayout_80000025_37277A1B.xml" ContentType="application/vnd.openxmlformats-officedocument.presentationml.slideLayout+xml"/>
  <Override PartName="/ppt/slideLayouts/slideLayout_80000026_6053F779.xml" ContentType="application/vnd.openxmlformats-officedocument.presentationml.slideLayout+xml"/>
  <Override PartName="/ppt/slideLayouts/slideLayout_80000027_7B5ABE38.xml" ContentType="application/vnd.openxmlformats-officedocument.presentationml.slideLayout+xml"/>
  <Override PartName="/ppt/slideLayouts/slideLayout_80000028_632BE79F.xml" ContentType="application/vnd.openxmlformats-officedocument.presentationml.slideLayout+xml"/>
  <Override PartName="/ppt/slideLayouts/slideLayout_80000029_5E96E365.xml" ContentType="application/vnd.openxmlformats-officedocument.presentationml.slideLayout+xml"/>
  <Override PartName="/ppt/slideLayouts/slideLayout_8000002A_13C16F99.xml" ContentType="application/vnd.openxmlformats-officedocument.presentationml.slideLayout+xml"/>
  <Override PartName="/ppt/slideLayouts/slideLayout_8000002B_6D55D3C8.xml" ContentType="application/vnd.openxmlformats-officedocument.presentationml.slideLayout+xml"/>
  <Override PartName="/ppt/slideLayouts/slideLayout_8000002C_5F6A9AFE.xml" ContentType="application/vnd.openxmlformats-officedocument.presentationml.slideLayout+xml"/>
  <Override PartName="/ppt/slideLayouts/slideLayout_8000002D_2B1B1CB2.xml" ContentType="application/vnd.openxmlformats-officedocument.presentationml.slideLayout+xml"/>
  <Override PartName="/ppt/slideLayouts/slideLayout_8000002E_C368806D.xml" ContentType="application/vnd.openxmlformats-officedocument.presentationml.slideLayout+xml"/>
  <Override PartName="/ppt/slideLayouts/slideLayout_8000002F_EE2284C4.xml" ContentType="application/vnd.openxmlformats-officedocument.presentationml.slideLayout+xml"/>
  <Override PartName="/ppt/slideLayouts/slideLayout_80000030_D49DA1E4.xml" ContentType="application/vnd.openxmlformats-officedocument.presentationml.slideLayout+xml"/>
  <Override PartName="/ppt/slideLayouts/slideLayout_80000031_6E2FA532.xml" ContentType="application/vnd.openxmlformats-officedocument.presentationml.slideLayout+xml"/>
  <Override PartName="/ppt/slideLayouts/slideLayout_80000032_A73C1FBE.xml" ContentType="application/vnd.openxmlformats-officedocument.presentationml.slideLayout+xml"/>
  <Override PartName="/ppt/slideLayouts/slideLayout_80000033_499ED2DE.xml" ContentType="application/vnd.openxmlformats-officedocument.presentationml.slideLayout+xml"/>
  <Override PartName="/ppt/slideLayouts/slideLayout_80000034_1D3F99A4.xml" ContentType="application/vnd.openxmlformats-officedocument.presentationml.slideLayout+xml"/>
  <Override PartName="/ppt/slideLayouts/slideLayout_80000035_D726B2EB.xml" ContentType="application/vnd.openxmlformats-officedocument.presentationml.slideLayout+xml"/>
  <Override PartName="/ppt/slideLayouts/slideLayout_80000036_9812C2D3.xml" ContentType="application/vnd.openxmlformats-officedocument.presentationml.slideLayout+xml"/>
  <Override PartName="/ppt/slideLayouts/slideLayout_80000037_364E4556.xml" ContentType="application/vnd.openxmlformats-officedocument.presentationml.slideLayout+xml"/>
  <Override PartName="/ppt/slideLayouts/slideLayout_80000038_238E9BBB.xml" ContentType="application/vnd.openxmlformats-officedocument.presentationml.slideLayout+xml"/>
  <Override PartName="/ppt/slideLayouts/slideLayout_80000039_7820534F.xml" ContentType="application/vnd.openxmlformats-officedocument.presentationml.slideLayout+xml"/>
  <Override PartName="/ppt/slideLayouts/slideLayout_8000003A_C9431A5C.xml" ContentType="application/vnd.openxmlformats-officedocument.presentationml.slideLayout+xml"/>
  <Override PartName="/ppt/slideLayouts/slideLayout_8000003B_4D75111.xml" ContentType="application/vnd.openxmlformats-officedocument.presentationml.slideLayout+xml"/>
  <Override PartName="/ppt/slideLayouts/slideLayout_8000003C_662BF5A7.xml" ContentType="application/vnd.openxmlformats-officedocument.presentationml.slideLayout+xml"/>
  <Override PartName="/ppt/slideLayouts/slideLayout_8000003D_C6338D95.xml" ContentType="application/vnd.openxmlformats-officedocument.presentationml.slideLayout+xml"/>
  <Override PartName="/ppt/slideLayouts/slideLayout_8000003E_9CF1086.xml" ContentType="application/vnd.openxmlformats-officedocument.presentationml.slideLayout+xml"/>
  <Override PartName="/ppt/slideLayouts/slideLayout_8000003F_4E3EF4AD.xml" ContentType="application/vnd.openxmlformats-officedocument.presentationml.slideLayout+xml"/>
  <Override PartName="/ppt/slideLayouts/slideLayout_80000040_4D196C8F.xml" ContentType="application/vnd.openxmlformats-officedocument.presentationml.slideLayout+xml"/>
  <Override PartName="/ppt/slideLayouts/slideLayout_80000041_C2C4327C.xml" ContentType="application/vnd.openxmlformats-officedocument.presentationml.slideLayout+xml"/>
  <Override PartName="/ppt/slideLayouts/slideLayout_80000042_34BD372A.xml" ContentType="application/vnd.openxmlformats-officedocument.presentationml.slideLayout+xml"/>
  <Override PartName="/ppt/slideLayouts/slideLayout_80000043_64CD5B6E.xml" ContentType="application/vnd.openxmlformats-officedocument.presentationml.slideLayout+xml"/>
  <Override PartName="/ppt/slideLayouts/slideLayout_80000044_87689C4F.xml" ContentType="application/vnd.openxmlformats-officedocument.presentationml.slideLayout+xml"/>
  <Override PartName="/ppt/slideLayouts/slideLayout_80000045_FA331BDA.xml" ContentType="application/vnd.openxmlformats-officedocument.presentationml.slideLayout+xml"/>
  <Override PartName="/ppt/slideLayouts/slideLayout_80000046_3C21F5BE.xml" ContentType="application/vnd.openxmlformats-officedocument.presentationml.slideLayout+xml"/>
  <Override PartName="/ppt/slideLayouts/slideLayout_80000047_9372EC81.xml" ContentType="application/vnd.openxmlformats-officedocument.presentationml.slideLayout+xml"/>
  <Override PartName="/ppt/slideLayouts/slideLayout_80000048_379A8057.xml" ContentType="application/vnd.openxmlformats-officedocument.presentationml.slideLayout+xml"/>
  <Override PartName="/ppt/slideLayouts/slideLayout_80000049_F385F859.xml" ContentType="application/vnd.openxmlformats-officedocument.presentationml.slideLayout+xml"/>
  <Override PartName="/ppt/slideLayouts/slideLayout_8000004A_BD7083C3.xml" ContentType="application/vnd.openxmlformats-officedocument.presentationml.slideLayout+xml"/>
  <Override PartName="/ppt/theme/theme_0_146C328.xml" ContentType="application/vnd.openxmlformats-officedocument.theme+xml"/>
  <Override PartName="/ppt/notesSlides/notesSlide_A01_7117CB74.xml" ContentType="application/vnd.openxmlformats-officedocument.presentationml.notesSlide+xml"/>
  <Override PartName="/ppt/notesSlides/notesSlide_A02_FAEB8ED3.xml" ContentType="application/vnd.openxmlformats-officedocument.presentationml.notesSlide+xml"/>
  <Override PartName="/ppt/notesSlides/notesSlide_A03_6F5DA3C8.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1" r:id="rId2"/>
    <p:sldId id="2562" r:id="rId3"/>
    <p:sldId id="2563"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ne System, Many Careers: How Software Development Works in a Council" id="{4FB02C86-1CFD-41B6-8F46-D926CB0A4270}">
          <p14:sldIdLst>
            <p14:sldId id="2561"/>
          </p14:sldIdLst>
        </p14:section>
        <p14:section name="Understanding Real-World Software Development and Career Paths" id="{C0F4DB3A-BFD8-4193-8F1A-30B823511123}">
          <p14:sldIdLst>
            <p14:sldId id="2562"/>
            <p14:sldId id="25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_A02_FAEB8ED3.xml"/><Relationship Id="rId7" Type="http://schemas.openxmlformats.org/officeDocument/2006/relationships/theme" Target="theme/theme_80000000_B20A51BE.xml"/><Relationship Id="rId2" Type="http://schemas.openxmlformats.org/officeDocument/2006/relationships/slide" Target="slides/slide_A01_7117CB74.xml"/><Relationship Id="rId1" Type="http://schemas.openxmlformats.org/officeDocument/2006/relationships/slideMaster" Target="slideMasters/slideMaster_80000000_B20A51BE.xml"/><Relationship Id="rId6" Type="http://schemas.openxmlformats.org/officeDocument/2006/relationships/presProps" Target="presProps.xml"/><Relationship Id="rId5" Type="http://schemas.openxmlformats.org/officeDocument/2006/relationships/notesMaster" Target="notesMasters/notesMaster_0_146C328.xml"/><Relationship Id="rId4" Type="http://schemas.openxmlformats.org/officeDocument/2006/relationships/slide" Target="slides/slide_A03_6F5DA3C8.xml"/></Relationships>
</file>

<file path=ppt/notesMasters/_rels/notesMaster_0_146C328.xml.rels><?xml version="1.0" encoding="UTF-8" standalone="yes"?>
<Relationships xmlns="http://schemas.openxmlformats.org/package/2006/relationships"><Relationship Id="rId1" Type="http://schemas.openxmlformats.org/officeDocument/2006/relationships/theme" Target="../theme/theme_0_146C328.xml"/></Relationships>
</file>

<file path=ppt/notesMasters/notesMaster_0_146C328.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26657-A3C0-40DE-8BD5-940D4A5A2512}"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7DAD07-CE67-4FFF-84F6-6D2F6262AE91}" type="slidenum">
              <a:t/>
            </a:fld>
            <a:endParaRPr lang="en-US"/>
          </a:p>
        </p:txBody>
      </p:sp>
    </p:spTree>
    <p:extLst>
      <p:ext uri="{BB962C8B-B14F-4D97-AF65-F5344CB8AC3E}">
        <p14:creationId xmlns:p14="http://schemas.microsoft.com/office/powerpoint/2010/main" val="21414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1_7117CB74.xml.rels><?xml version="1.0" encoding="UTF-8" standalone="yes"?>
<Relationships xmlns="http://schemas.openxmlformats.org/package/2006/relationships"><Relationship Id="rId2" Type="http://schemas.openxmlformats.org/officeDocument/2006/relationships/slide" Target="../slides/slide_A01_7117CB74.xml"/><Relationship Id="rId1" Type="http://schemas.openxmlformats.org/officeDocument/2006/relationships/notesMaster" Target="../notesMasters/notesMaster_0_146C328.xml"/></Relationships>
</file>

<file path=ppt/notesSlides/_rels/notesSlide_A02_FAEB8ED3.xml.rels><?xml version="1.0" encoding="UTF-8" standalone="yes"?>
<Relationships xmlns="http://schemas.openxmlformats.org/package/2006/relationships"><Relationship Id="rId2" Type="http://schemas.openxmlformats.org/officeDocument/2006/relationships/slide" Target="../slides/slide_A02_FAEB8ED3.xml"/><Relationship Id="rId1" Type="http://schemas.openxmlformats.org/officeDocument/2006/relationships/notesMaster" Target="../notesMasters/notesMaster_0_146C328.xml"/></Relationships>
</file>

<file path=ppt/notesSlides/_rels/notesSlide_A03_6F5DA3C8.xml.rels><?xml version="1.0" encoding="UTF-8" standalone="yes"?>
<Relationships xmlns="http://schemas.openxmlformats.org/package/2006/relationships"><Relationship Id="rId2" Type="http://schemas.openxmlformats.org/officeDocument/2006/relationships/slide" Target="../slides/slide_A03_6F5DA3C8.xml"/><Relationship Id="rId1" Type="http://schemas.openxmlformats.org/officeDocument/2006/relationships/notesMaster" Target="../notesMasters/notesMaster_0_146C328.xml"/></Relationships>
</file>

<file path=ppt/notesSlides/notesSlide_A01_7117CB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8DF9E5B-8DBA-4116-91B4-6E36E5DD14C4}" type="slidenum">
              <a:t/>
            </a:fld>
            <a:endParaRPr lang="en-US"/>
          </a:p>
        </p:txBody>
      </p:sp>
    </p:spTree>
    <p:extLst>
      <p:ext uri="{BB962C8B-B14F-4D97-AF65-F5344CB8AC3E}">
        <p14:creationId xmlns:p14="http://schemas.microsoft.com/office/powerpoint/2010/main" val="4248693739"/>
      </p:ext>
    </p:extLst>
  </p:cSld>
  <p:clrMapOvr>
    <a:masterClrMapping/>
  </p:clrMapOvr>
</p:notes>
</file>

<file path=ppt/notesSlides/notesSlide_A02_FAEB8ED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Secure Systems to Teamwork: How One Software System Connects Many Careers</a:t>
            </a:r>
          </a:p>
        </p:txBody>
      </p:sp>
      <p:sp>
        <p:nvSpPr>
          <p:cNvPr id="4" name="Slide Number Placeholder 3"/>
          <p:cNvSpPr>
            <a:spLocks noGrp="1"/>
          </p:cNvSpPr>
          <p:nvPr>
            <p:ph type="sldNum" sz="quarter" idx="5"/>
          </p:nvPr>
        </p:nvSpPr>
        <p:spPr/>
        <p:txBody>
          <a:bodyPr/>
          <a:lstStyle/>
          <a:p>
            <a:fld id="{28DF9E5B-8DBA-4116-91B4-6E36E5DD14C4}" type="slidenum">
              <a:t/>
            </a:fld>
            <a:endParaRPr lang="en-US"/>
          </a:p>
        </p:txBody>
      </p:sp>
    </p:spTree>
    <p:extLst>
      <p:ext uri="{BB962C8B-B14F-4D97-AF65-F5344CB8AC3E}">
        <p14:creationId xmlns:p14="http://schemas.microsoft.com/office/powerpoint/2010/main" val="3029831957"/>
      </p:ext>
    </p:extLst>
  </p:cSld>
  <p:clrMapOvr>
    <a:masterClrMapping/>
  </p:clrMapOvr>
</p:notes>
</file>

<file path=ppt/notesSlides/notesSlide_A03_6F5DA3C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brings together how real-world software development works inside a council and how a single system involves many different professional roles. Software development starts with a problem: a need from citizens or internal staff. That problem is analysed, turned into a design, implemented in code, tested, reviewed, configured, secured, deployed, and then continuously monitored and improved. Coding is only one part of this lifecycle; much of the work focuses on communication, safety, reliability, and understanding users. Security runs through every stage. Authentication answers who you are, authorization decides what you are allowed to do, and permissions apply detailed rules such as which pages, data, or actions are available to different users. Systems often rely on identity platforms such as Microsoft Entra ID to manage this securely at scale. Software is delivered through environments to reduce risk. Developers work locally on their own machines, then changes move to UAT, where multiple versions may exist and business users test realistic scenarios. Only after validation do changes reach production, where real users depend on stability. Teams work in a distributed way, with multiple developers contributing independently using version control and code reviews to avoid conflicts and mistakes. Modern teams usually follow Agile methods rather than traditional waterfall approaches. Instead of one large delivery that must be right first time, Agile uses small steps, short feedback loops, and practices like test-driven development, where failures are expected early and corrected quickly. A typical two-week sprint includes planning, daily stand-ups to coordinate the team, development and testing, and a demo to show progress. Around the software itself sits infrastructure: authentication servers, mail servers, databases, web and API servers, firewalls, proxies, and VPNs that protect and connect everything. Each career path focuses on different aspects of this same system. Developers build features and logic; security engineers think about threats and protections; DevOps engineers automate delivery; infrastructure and cloud engineers run the platforms; architects design the overall structure; data professionals work with information; and business analysts translate user needs into technical requirements. Together, they make reliable and secure public services possible.</a:t>
            </a:r>
          </a:p>
        </p:txBody>
      </p:sp>
      <p:sp>
        <p:nvSpPr>
          <p:cNvPr id="4" name="Slide Number Placeholder 3"/>
          <p:cNvSpPr>
            <a:spLocks noGrp="1"/>
          </p:cNvSpPr>
          <p:nvPr>
            <p:ph type="sldNum" sz="quarter" idx="5"/>
          </p:nvPr>
        </p:nvSpPr>
        <p:spPr/>
        <p:txBody>
          <a:bodyPr/>
          <a:lstStyle/>
          <a:p>
            <a:fld id="{28DF9E5B-8DBA-4116-91B4-6E36E5DD14C4}" type="slidenum">
              <a:t/>
            </a:fld>
            <a:endParaRPr lang="en-US"/>
          </a:p>
        </p:txBody>
      </p:sp>
    </p:spTree>
    <p:extLst>
      <p:ext uri="{BB962C8B-B14F-4D97-AF65-F5344CB8AC3E}">
        <p14:creationId xmlns:p14="http://schemas.microsoft.com/office/powerpoint/2010/main" val="261001239"/>
      </p:ext>
    </p:extLst>
  </p:cSld>
  <p:clrMapOvr>
    <a:masterClrMapping/>
  </p:clrMapOvr>
</p:notes>
</file>

<file path=ppt/slideLayouts/_rels/slideLayout_8000000A_B3CBB571.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0B_4D1E0D4D.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1A_D386435F.xml.rels><?xml version="1.0" encoding="UTF-8" standalone="yes"?>
<Relationships xmlns="http://schemas.openxmlformats.org/package/2006/relationships"><Relationship Id="rId2" Type="http://schemas.openxmlformats.org/officeDocument/2006/relationships/image" Target="../media/image_FFF8E885.jpeg"/><Relationship Id="rId1" Type="http://schemas.openxmlformats.org/officeDocument/2006/relationships/slideMaster" Target="../slideMasters/slideMaster_80000000_B20A51BE.xml"/></Relationships>
</file>

<file path=ppt/slideLayouts/_rels/slideLayout_8000001B_F813678C.xml.rels><?xml version="1.0" encoding="UTF-8" standalone="yes"?>
<Relationships xmlns="http://schemas.openxmlformats.org/package/2006/relationships"><Relationship Id="rId2" Type="http://schemas.openxmlformats.org/officeDocument/2006/relationships/image" Target="../media/image_DD63A923.jpeg"/><Relationship Id="rId1" Type="http://schemas.openxmlformats.org/officeDocument/2006/relationships/slideMaster" Target="../slideMasters/slideMaster_80000000_B20A51BE.xml"/></Relationships>
</file>

<file path=ppt/slideLayouts/_rels/slideLayout_8000001C_191FDFD5.xml.rels><?xml version="1.0" encoding="UTF-8" standalone="yes"?>
<Relationships xmlns="http://schemas.openxmlformats.org/package/2006/relationships"><Relationship Id="rId2" Type="http://schemas.openxmlformats.org/officeDocument/2006/relationships/image" Target="../media/image_FFF8E885.jpeg"/><Relationship Id="rId1" Type="http://schemas.openxmlformats.org/officeDocument/2006/relationships/slideMaster" Target="../slideMasters/slideMaster_80000000_B20A51BE.xml"/></Relationships>
</file>

<file path=ppt/slideLayouts/_rels/slideLayout_8000001D_8702AA12.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1E_3CD5C543.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1F_235E8931.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2A_13C16F99.xml.rels><?xml version="1.0" encoding="UTF-8" standalone="yes"?>
<Relationships xmlns="http://schemas.openxmlformats.org/package/2006/relationships"><Relationship Id="rId2" Type="http://schemas.openxmlformats.org/officeDocument/2006/relationships/image" Target="../media/image_C43A7A3D.jpeg"/><Relationship Id="rId1" Type="http://schemas.openxmlformats.org/officeDocument/2006/relationships/slideMaster" Target="../slideMasters/slideMaster_80000000_B20A51BE.xml"/></Relationships>
</file>

<file path=ppt/slideLayouts/_rels/slideLayout_8000002B_6D55D3C8.xml.rels><?xml version="1.0" encoding="UTF-8" standalone="yes"?>
<Relationships xmlns="http://schemas.openxmlformats.org/package/2006/relationships"><Relationship Id="rId2" Type="http://schemas.openxmlformats.org/officeDocument/2006/relationships/image" Target="../media/image_C43A7A3D.jpeg"/><Relationship Id="rId1" Type="http://schemas.openxmlformats.org/officeDocument/2006/relationships/slideMaster" Target="../slideMasters/slideMaster_80000000_B20A51BE.xml"/></Relationships>
</file>

<file path=ppt/slideLayouts/_rels/slideLayout_8000002C_5F6A9AFE.xml.rels><?xml version="1.0" encoding="UTF-8" standalone="yes"?>
<Relationships xmlns="http://schemas.openxmlformats.org/package/2006/relationships"><Relationship Id="rId2" Type="http://schemas.openxmlformats.org/officeDocument/2006/relationships/image" Target="../media/image_CF6EA890.jpeg"/><Relationship Id="rId1" Type="http://schemas.openxmlformats.org/officeDocument/2006/relationships/slideMaster" Target="../slideMasters/slideMaster_80000000_B20A51BE.xml"/></Relationships>
</file>

<file path=ppt/slideLayouts/_rels/slideLayout_8000002D_2B1B1CB2.xml.rels><?xml version="1.0" encoding="UTF-8" standalone="yes"?>
<Relationships xmlns="http://schemas.openxmlformats.org/package/2006/relationships"><Relationship Id="rId2" Type="http://schemas.openxmlformats.org/officeDocument/2006/relationships/image" Target="../media/image_6568D57A.jpeg"/><Relationship Id="rId1" Type="http://schemas.openxmlformats.org/officeDocument/2006/relationships/slideMaster" Target="../slideMasters/slideMaster_80000000_B20A51BE.xml"/></Relationships>
</file>

<file path=ppt/slideLayouts/_rels/slideLayout_8000002E_C368806D.xml.rels><?xml version="1.0" encoding="UTF-8" standalone="yes"?>
<Relationships xmlns="http://schemas.openxmlformats.org/package/2006/relationships"><Relationship Id="rId2" Type="http://schemas.openxmlformats.org/officeDocument/2006/relationships/image" Target="../media/image_6568D57A.jpeg"/><Relationship Id="rId1" Type="http://schemas.openxmlformats.org/officeDocument/2006/relationships/slideMaster" Target="../slideMasters/slideMaster_80000000_B20A51BE.xml"/></Relationships>
</file>

<file path=ppt/slideLayouts/_rels/slideLayout_8000002F_EE2284C4.xml.rels><?xml version="1.0" encoding="UTF-8" standalone="yes"?>
<Relationships xmlns="http://schemas.openxmlformats.org/package/2006/relationships"><Relationship Id="rId2" Type="http://schemas.openxmlformats.org/officeDocument/2006/relationships/image" Target="../media/image_FFF8E885.jpeg"/><Relationship Id="rId1" Type="http://schemas.openxmlformats.org/officeDocument/2006/relationships/slideMaster" Target="../slideMasters/slideMaster_80000000_B20A51BE.xml"/></Relationships>
</file>

<file path=ppt/slideLayouts/_rels/slideLayout_8000003A_C9431A5C.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3B_4D75111.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3C_662BF5A7.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3D_C6338D95.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3E_9CF1086.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3F_4E3EF4AD.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4A_BD7083C3.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01_969D7D9A.xml.rels><?xml version="1.0" encoding="UTF-8" standalone="yes"?>
<Relationships xmlns="http://schemas.openxmlformats.org/package/2006/relationships"><Relationship Id="rId2" Type="http://schemas.openxmlformats.org/officeDocument/2006/relationships/image" Target="../media/image_8E9D0B65.jpeg"/><Relationship Id="rId1" Type="http://schemas.openxmlformats.org/officeDocument/2006/relationships/slideMaster" Target="../slideMasters/slideMaster_80000000_B20A51BE.xml"/></Relationships>
</file>

<file path=ppt/slideLayouts/_rels/slideLayout_80000002_FE6CB7E2.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03_8E531106.xml.rels><?xml version="1.0" encoding="UTF-8" standalone="yes"?>
<Relationships xmlns="http://schemas.openxmlformats.org/package/2006/relationships"><Relationship Id="rId2" Type="http://schemas.openxmlformats.org/officeDocument/2006/relationships/image" Target="../media/image_CF6EA890.jpeg"/><Relationship Id="rId1" Type="http://schemas.openxmlformats.org/officeDocument/2006/relationships/slideMaster" Target="../slideMasters/slideMaster_80000000_B20A51BE.xml"/></Relationships>
</file>

<file path=ppt/slideLayouts/_rels/slideLayout_80000004_280F8921.xml.rels><?xml version="1.0" encoding="UTF-8" standalone="yes"?>
<Relationships xmlns="http://schemas.openxmlformats.org/package/2006/relationships"><Relationship Id="rId2" Type="http://schemas.openxmlformats.org/officeDocument/2006/relationships/image" Target="../media/image_CF6EA890.jpeg"/><Relationship Id="rId1" Type="http://schemas.openxmlformats.org/officeDocument/2006/relationships/slideMaster" Target="../slideMasters/slideMaster_80000000_B20A51BE.xml"/></Relationships>
</file>

<file path=ppt/slideLayouts/_rels/slideLayout_80000005_DC64CF0D.xml.rels><?xml version="1.0" encoding="UTF-8" standalone="yes"?>
<Relationships xmlns="http://schemas.openxmlformats.org/package/2006/relationships"><Relationship Id="rId2" Type="http://schemas.openxmlformats.org/officeDocument/2006/relationships/image" Target="../media/image_FFF8E885.jpeg"/><Relationship Id="rId1" Type="http://schemas.openxmlformats.org/officeDocument/2006/relationships/slideMaster" Target="../slideMasters/slideMaster_80000000_B20A51BE.xml"/></Relationships>
</file>

<file path=ppt/slideLayouts/_rels/slideLayout_80000006_CB23283E.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07_CFCC3BBA.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08_AAC011F3.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09_D453938E.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18_3E4FBA77.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19_427AC6E8.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20_B5F1402D.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21_65354517.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22_C96E6E55.xml.rels><?xml version="1.0" encoding="UTF-8" standalone="yes"?>
<Relationships xmlns="http://schemas.openxmlformats.org/package/2006/relationships"><Relationship Id="rId2" Type="http://schemas.openxmlformats.org/officeDocument/2006/relationships/image" Target="../media/image_FFF8E885.jpeg"/><Relationship Id="rId1" Type="http://schemas.openxmlformats.org/officeDocument/2006/relationships/slideMaster" Target="../slideMasters/slideMaster_80000000_B20A51BE.xml"/></Relationships>
</file>

<file path=ppt/slideLayouts/_rels/slideLayout_80000023_7F296684.xml.rels><?xml version="1.0" encoding="UTF-8" standalone="yes"?>
<Relationships xmlns="http://schemas.openxmlformats.org/package/2006/relationships"><Relationship Id="rId2" Type="http://schemas.openxmlformats.org/officeDocument/2006/relationships/image" Target="../media/image_FFF8E885.jpeg"/><Relationship Id="rId1" Type="http://schemas.openxmlformats.org/officeDocument/2006/relationships/slideMaster" Target="../slideMasters/slideMaster_80000000_B20A51BE.xml"/></Relationships>
</file>

<file path=ppt/slideLayouts/_rels/slideLayout_80000024_1FDB8F32.xml.rels><?xml version="1.0" encoding="UTF-8" standalone="yes"?>
<Relationships xmlns="http://schemas.openxmlformats.org/package/2006/relationships"><Relationship Id="rId2" Type="http://schemas.openxmlformats.org/officeDocument/2006/relationships/image" Target="../media/image_FFF8E885.jpeg"/><Relationship Id="rId1" Type="http://schemas.openxmlformats.org/officeDocument/2006/relationships/slideMaster" Target="../slideMasters/slideMaster_80000000_B20A51BE.xml"/></Relationships>
</file>

<file path=ppt/slideLayouts/_rels/slideLayout_80000025_37277A1B.xml.rels><?xml version="1.0" encoding="UTF-8" standalone="yes"?>
<Relationships xmlns="http://schemas.openxmlformats.org/package/2006/relationships"><Relationship Id="rId2" Type="http://schemas.openxmlformats.org/officeDocument/2006/relationships/image" Target="../media/image_FFF8E885.jpeg"/><Relationship Id="rId1" Type="http://schemas.openxmlformats.org/officeDocument/2006/relationships/slideMaster" Target="../slideMasters/slideMaster_80000000_B20A51BE.xml"/></Relationships>
</file>

<file path=ppt/slideLayouts/_rels/slideLayout_80000026_6053F779.xml.rels><?xml version="1.0" encoding="UTF-8" standalone="yes"?>
<Relationships xmlns="http://schemas.openxmlformats.org/package/2006/relationships"><Relationship Id="rId2" Type="http://schemas.openxmlformats.org/officeDocument/2006/relationships/image" Target="../media/image_DD63A923.jpeg"/><Relationship Id="rId1" Type="http://schemas.openxmlformats.org/officeDocument/2006/relationships/slideMaster" Target="../slideMasters/slideMaster_80000000_B20A51BE.xml"/></Relationships>
</file>

<file path=ppt/slideLayouts/_rels/slideLayout_80000027_7B5ABE38.xml.rels><?xml version="1.0" encoding="UTF-8" standalone="yes"?>
<Relationships xmlns="http://schemas.openxmlformats.org/package/2006/relationships"><Relationship Id="rId2" Type="http://schemas.openxmlformats.org/officeDocument/2006/relationships/image" Target="../media/image_DD63A923.jpeg"/><Relationship Id="rId1" Type="http://schemas.openxmlformats.org/officeDocument/2006/relationships/slideMaster" Target="../slideMasters/slideMaster_80000000_B20A51BE.xml"/></Relationships>
</file>

<file path=ppt/slideLayouts/_rels/slideLayout_80000028_632BE79F.xml.rels><?xml version="1.0" encoding="UTF-8" standalone="yes"?>
<Relationships xmlns="http://schemas.openxmlformats.org/package/2006/relationships"><Relationship Id="rId2" Type="http://schemas.openxmlformats.org/officeDocument/2006/relationships/image" Target="../media/image_C43A7A3D.jpeg"/><Relationship Id="rId1" Type="http://schemas.openxmlformats.org/officeDocument/2006/relationships/slideMaster" Target="../slideMasters/slideMaster_80000000_B20A51BE.xml"/></Relationships>
</file>

<file path=ppt/slideLayouts/_rels/slideLayout_80000029_5E96E365.xml.rels><?xml version="1.0" encoding="UTF-8" standalone="yes"?>
<Relationships xmlns="http://schemas.openxmlformats.org/package/2006/relationships"><Relationship Id="rId2" Type="http://schemas.openxmlformats.org/officeDocument/2006/relationships/image" Target="../media/image_C43A7A3D.jpeg"/><Relationship Id="rId1" Type="http://schemas.openxmlformats.org/officeDocument/2006/relationships/slideMaster" Target="../slideMasters/slideMaster_80000000_B20A51BE.xml"/></Relationships>
</file>

<file path=ppt/slideLayouts/_rels/slideLayout_80000030_D49DA1E4.xml.rels><?xml version="1.0" encoding="UTF-8" standalone="yes"?>
<Relationships xmlns="http://schemas.openxmlformats.org/package/2006/relationships"><Relationship Id="rId2" Type="http://schemas.openxmlformats.org/officeDocument/2006/relationships/image" Target="../media/image_DD63A923.jpeg"/><Relationship Id="rId1" Type="http://schemas.openxmlformats.org/officeDocument/2006/relationships/slideMaster" Target="../slideMasters/slideMaster_80000000_B20A51BE.xml"/></Relationships>
</file>

<file path=ppt/slideLayouts/_rels/slideLayout_80000031_6E2FA532.xml.rels><?xml version="1.0" encoding="UTF-8" standalone="yes"?>
<Relationships xmlns="http://schemas.openxmlformats.org/package/2006/relationships"><Relationship Id="rId2" Type="http://schemas.openxmlformats.org/officeDocument/2006/relationships/image" Target="../media/image_C43A7A3D.jpeg"/><Relationship Id="rId1" Type="http://schemas.openxmlformats.org/officeDocument/2006/relationships/slideMaster" Target="../slideMasters/slideMaster_80000000_B20A51BE.xml"/></Relationships>
</file>

<file path=ppt/slideLayouts/_rels/slideLayout_80000032_A73C1FBE.xml.rels><?xml version="1.0" encoding="UTF-8" standalone="yes"?>
<Relationships xmlns="http://schemas.openxmlformats.org/package/2006/relationships"><Relationship Id="rId2" Type="http://schemas.openxmlformats.org/officeDocument/2006/relationships/image" Target="../media/image_DD63A923.jpeg"/><Relationship Id="rId1" Type="http://schemas.openxmlformats.org/officeDocument/2006/relationships/slideMaster" Target="../slideMasters/slideMaster_80000000_B20A51BE.xml"/></Relationships>
</file>

<file path=ppt/slideLayouts/_rels/slideLayout_80000033_499ED2DE.xml.rels><?xml version="1.0" encoding="UTF-8" standalone="yes"?>
<Relationships xmlns="http://schemas.openxmlformats.org/package/2006/relationships"><Relationship Id="rId2" Type="http://schemas.openxmlformats.org/officeDocument/2006/relationships/image" Target="../media/image_C43A7A3D.jpeg"/><Relationship Id="rId1" Type="http://schemas.openxmlformats.org/officeDocument/2006/relationships/slideMaster" Target="../slideMasters/slideMaster_80000000_B20A51BE.xml"/></Relationships>
</file>

<file path=ppt/slideLayouts/_rels/slideLayout_80000034_1D3F99A4.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35_D726B2EB.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36_9812C2D3.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37_364E4556.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38_238E9BBB.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39_7820534F.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40_4D196C8F.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41_C2C4327C.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42_34BD372A.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43_64CD5B6E.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44_87689C4F.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45_FA331BDA.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46_3C21F5BE.xml.rels><?xml version="1.0" encoding="UTF-8" standalone="yes"?>
<Relationships xmlns="http://schemas.openxmlformats.org/package/2006/relationships"><Relationship Id="rId2" Type="http://schemas.openxmlformats.org/officeDocument/2006/relationships/image" Target="../media/image_C43A7A3D.jpeg"/><Relationship Id="rId1" Type="http://schemas.openxmlformats.org/officeDocument/2006/relationships/slideMaster" Target="../slideMasters/slideMaster_80000000_B20A51BE.xml"/></Relationships>
</file>

<file path=ppt/slideLayouts/_rels/slideLayout_80000047_9372EC81.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48_379A8057.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_rels/slideLayout_80000049_F385F859.xml.rels><?xml version="1.0" encoding="UTF-8" standalone="yes"?>
<Relationships xmlns="http://schemas.openxmlformats.org/package/2006/relationships"><Relationship Id="rId1" Type="http://schemas.openxmlformats.org/officeDocument/2006/relationships/slideMaster" Target="../slideMasters/slideMaster_80000000_B20A51BE.xml"/></Relationships>
</file>

<file path=ppt/slideLayouts/slideLayout_8000000A_B3CBB571.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0846C1A-A0D8-5731-7296-105EBCB21982}"/>
              </a:ext>
            </a:extLst>
          </p:cNvPr>
          <p:cNvSpPr/>
          <p:nvPr userDrawn="1"/>
        </p:nvSpPr>
        <p:spPr>
          <a:xfrm>
            <a:off x="11734800" y="0"/>
            <a:ext cx="457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200" y="457201"/>
            <a:ext cx="11125200" cy="6248399"/>
          </a:xfrm>
        </p:spPr>
        <p:txBody>
          <a:bodyPr vert="horz" lIns="91440" tIns="45720" rIns="91440" bIns="45720" rtlCol="0" anchor="b">
            <a:normAutofit/>
          </a:bodyPr>
          <a:lstStyle>
            <a:lvl1pPr>
              <a:defRPr lang="en-US" sz="8000" cap="all" baseline="0" dirty="0">
                <a:solidFill>
                  <a:schemeClr val="bg2"/>
                </a:solidFill>
              </a:defRPr>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582400" y="533401"/>
            <a:ext cx="762002" cy="457203"/>
          </a:xfrm>
        </p:spPr>
        <p:txBody>
          <a:bodyPr/>
          <a:lstStyle>
            <a:lvl1pPr>
              <a:defRPr>
                <a:solidFill>
                  <a:schemeClr val="bg2"/>
                </a:solidFill>
              </a:defRPr>
            </a:lvl1pPr>
          </a:lstStyle>
          <a:p>
            <a:fld id="{3FDD2574-6F07-4D3F-BA2A-E83281EFBEE1}" type="datetime1">
              <a:rPr lang="en-US" smtClean="0"/>
              <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677399" y="3200402"/>
            <a:ext cx="4571996" cy="457199"/>
          </a:xfrm>
        </p:spPr>
        <p:txBody>
          <a:bodyPr/>
          <a:lstStyle>
            <a:lvl1pPr>
              <a:defRPr>
                <a:solidFill>
                  <a:schemeClr val="bg2"/>
                </a:solidFill>
              </a:defRPr>
            </a:lvl1pPr>
          </a:lstStyle>
          <a:p>
            <a:r>
              <a:rPr lang="en-US">
                <a:solidFill>
                  <a:schemeClr val="bg2"/>
                </a:solidFill>
              </a:rPr>
              <a:t>presentation title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734800" y="5715000"/>
            <a:ext cx="457200" cy="762000"/>
          </a:xfrm>
        </p:spPr>
        <p:txBody>
          <a:bodyPr/>
          <a:lstStyle>
            <a:lvl1pPr>
              <a:defRPr>
                <a:solidFill>
                  <a:schemeClr val="bg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30164719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B_4D1E0D4D.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accent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0846C1A-A0D8-5731-7296-105EBCB21982}"/>
              </a:ext>
            </a:extLst>
          </p:cNvPr>
          <p:cNvSpPr/>
          <p:nvPr userDrawn="1"/>
        </p:nvSpPr>
        <p:spPr>
          <a:xfrm>
            <a:off x="11734800" y="0"/>
            <a:ext cx="457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3462958" y="457201"/>
            <a:ext cx="8119442" cy="6248399"/>
          </a:xfrm>
        </p:spPr>
        <p:txBody>
          <a:bodyPr vert="horz" lIns="91440" tIns="45720" rIns="91440" bIns="45720" rtlCol="0" anchor="t">
            <a:normAutofit/>
          </a:bodyPr>
          <a:lstStyle>
            <a:lvl1pPr>
              <a:defRPr lang="en-US" sz="8000" cap="all" baseline="0" dirty="0">
                <a:solidFill>
                  <a:schemeClr val="bg2"/>
                </a:solidFill>
              </a:defRPr>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582400" y="533401"/>
            <a:ext cx="762002" cy="457203"/>
          </a:xfrm>
        </p:spPr>
        <p:txBody>
          <a:bodyPr/>
          <a:lstStyle>
            <a:lvl1pPr>
              <a:defRPr>
                <a:solidFill>
                  <a:schemeClr val="bg2"/>
                </a:solidFill>
              </a:defRPr>
            </a:lvl1pPr>
          </a:lstStyle>
          <a:p>
            <a:fld id="{77D1D9F1-3B88-4534-939A-DE516EDD4249}" type="datetime1">
              <a:rPr lang="en-US" smtClean="0"/>
              <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677399" y="3200402"/>
            <a:ext cx="4571996" cy="457199"/>
          </a:xfrm>
        </p:spPr>
        <p:txBody>
          <a:bodyPr/>
          <a:lstStyle>
            <a:lvl1pPr>
              <a:defRPr>
                <a:solidFill>
                  <a:schemeClr val="bg2"/>
                </a:solidFill>
              </a:defRPr>
            </a:lvl1pPr>
          </a:lstStyle>
          <a:p>
            <a:r>
              <a:rPr lang="en-US">
                <a:solidFill>
                  <a:schemeClr val="bg2"/>
                </a:solidFill>
              </a:rPr>
              <a:t>presentation title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734800" y="5714999"/>
            <a:ext cx="457200" cy="761999"/>
          </a:xfrm>
        </p:spPr>
        <p:txBody>
          <a:bodyPr/>
          <a:lstStyle>
            <a:lvl1pPr>
              <a:defRPr>
                <a:solidFill>
                  <a:schemeClr val="bg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12938151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A_D386435F.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2" y="457201"/>
            <a:ext cx="3175967" cy="6248399"/>
          </a:xfrm>
        </p:spPr>
        <p:txBody>
          <a:bodyPr anchor="b">
            <a:normAutofit/>
          </a:bodyPr>
          <a:lstStyle>
            <a:lvl1pPr>
              <a:defRPr sz="72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019553" y="457200"/>
            <a:ext cx="3762702" cy="6019800"/>
          </a:xfrm>
        </p:spPr>
        <p:txBody>
          <a:bodyPr>
            <a:normAutofit/>
          </a:bodyPr>
          <a:lstStyle>
            <a:lvl1pPr marL="457200" indent="-457200">
              <a:lnSpc>
                <a:spcPct val="120000"/>
              </a:lnSpc>
              <a:spcBef>
                <a:spcPts val="0"/>
              </a:spcBef>
              <a:buFont typeface="+mj-lt"/>
              <a:buAutoNum type="arabicPeriod"/>
              <a:defRPr sz="2000"/>
            </a:lvl1pPr>
            <a:lvl2pPr marL="571500" indent="-342900">
              <a:lnSpc>
                <a:spcPct val="120000"/>
              </a:lnSpc>
              <a:spcBef>
                <a:spcPts val="0"/>
              </a:spcBef>
              <a:buFont typeface="+mj-lt"/>
              <a:buAutoNum type="alphaLcPeriod"/>
              <a:defRPr sz="2000"/>
            </a:lvl2pPr>
            <a:lvl3pPr marL="800100" indent="-342900">
              <a:lnSpc>
                <a:spcPct val="120000"/>
              </a:lnSpc>
              <a:spcBef>
                <a:spcPts val="0"/>
              </a:spcBef>
              <a:buFont typeface="+mj-lt"/>
              <a:buAutoNum type="romanLcPeriod"/>
              <a:defRPr sz="2000"/>
            </a:lvl3pPr>
            <a:lvl4pPr marL="1028700" indent="-342900">
              <a:lnSpc>
                <a:spcPct val="120000"/>
              </a:lnSpc>
              <a:spcBef>
                <a:spcPts val="0"/>
              </a:spcBef>
              <a:buFont typeface="+mj-lt"/>
              <a:buAutoNum type="arabicParenR"/>
              <a:defRPr sz="2000"/>
            </a:lvl4pPr>
            <a:lvl5pPr>
              <a:lnSpc>
                <a:spcPct val="120000"/>
              </a:lnSpc>
              <a:spcBef>
                <a:spcPts val="0"/>
              </a:spcBef>
              <a:buFont typeface="+mj-lt"/>
              <a:buAutoNum type="romanL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8168638" y="0"/>
            <a:ext cx="356616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5400000">
            <a:off x="11582398" y="533402"/>
            <a:ext cx="762002" cy="457199"/>
          </a:xfrm>
        </p:spPr>
        <p:txBody>
          <a:bodyPr/>
          <a:lstStyle/>
          <a:p>
            <a:fld id="{4F6FCCC6-49D3-4A00-9FFF-BB2E42472228}" type="datetime1">
              <a:rPr lang="en-US" smtClean="0"/>
              <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5400000">
            <a:off x="9677401" y="3200403"/>
            <a:ext cx="4571997" cy="457199"/>
          </a:xfrm>
        </p:spPr>
        <p:txBody>
          <a:bodyPr/>
          <a:lstStyle/>
          <a:p>
            <a:r>
              <a:rPr lang="en-US"/>
              <a:t>presentation title</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34800" y="5715000"/>
            <a:ext cx="457199" cy="761999"/>
          </a:xfrm>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3548791647"/>
      </p:ext>
    </p:extLst>
  </p:cSld>
  <p:clrMapOvr>
    <a:masterClrMapping/>
  </p:clrMapOvr>
</p:sldLayout>
</file>

<file path=ppt/slideLayouts/slideLayout_8000001B_F813678C.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224097" y="457201"/>
            <a:ext cx="4509243" cy="2419989"/>
          </a:xfrm>
        </p:spPr>
        <p:txBody>
          <a:bodyPr anchor="t">
            <a:normAutofit/>
          </a:bodyPr>
          <a:lstStyle>
            <a:lvl1pPr>
              <a:defRPr sz="7200"/>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16200000" flipH="1">
            <a:off x="-148368" y="533402"/>
            <a:ext cx="762002" cy="457199"/>
          </a:xfrm>
        </p:spPr>
        <p:txBody>
          <a:bodyPr/>
          <a:lstStyle>
            <a:lvl1pPr algn="r">
              <a:defRPr/>
            </a:lvl1pPr>
          </a:lstStyle>
          <a:p>
            <a:pPr algn="r"/>
            <a:fld id="{6BAB514B-6EC6-4AD2-BABD-48FED3114FD9}" type="datetime1">
              <a:rPr lang="en-US" smtClean="0"/>
              <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16200000" flipH="1">
            <a:off x="-2053366" y="3200403"/>
            <a:ext cx="4571997" cy="457199"/>
          </a:xfrm>
        </p:spPr>
        <p:txBody>
          <a:bodyPr/>
          <a:lstStyle/>
          <a:p>
            <a:r>
              <a:rPr lang="en-US"/>
              <a:t>presentation title</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4033" y="5715000"/>
            <a:ext cx="457199" cy="761999"/>
          </a:xfrm>
        </p:spPr>
        <p:txBody>
          <a:bodyPr/>
          <a:lstStyle/>
          <a:p>
            <a:fld id="{FD550D4C-7310-48EB-AB4A-11C1BDEC928F}" type="slidenum">
              <a:rPr lang="en-US" smtClean="0"/>
              <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457201" y="0"/>
            <a:ext cx="6380512"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224097" y="3242950"/>
            <a:ext cx="4509244" cy="3234050"/>
          </a:xfrm>
        </p:spPr>
        <p:txBody>
          <a:bodyPr anchor="b">
            <a:normAutofit/>
          </a:bodyPr>
          <a:lstStyle>
            <a:lvl1pPr marL="457200" indent="-457200">
              <a:lnSpc>
                <a:spcPct val="120000"/>
              </a:lnSpc>
              <a:spcBef>
                <a:spcPts val="0"/>
              </a:spcBef>
              <a:buFont typeface="+mj-lt"/>
              <a:buAutoNum type="arabicPeriod"/>
              <a:defRPr sz="2000"/>
            </a:lvl1pPr>
            <a:lvl2pPr marL="571500" indent="-342900">
              <a:lnSpc>
                <a:spcPct val="120000"/>
              </a:lnSpc>
              <a:spcBef>
                <a:spcPts val="0"/>
              </a:spcBef>
              <a:buFont typeface="+mj-lt"/>
              <a:buAutoNum type="alphaLcPeriod"/>
              <a:defRPr sz="2000"/>
            </a:lvl2pPr>
            <a:lvl3pPr marL="800100" indent="-342900">
              <a:lnSpc>
                <a:spcPct val="120000"/>
              </a:lnSpc>
              <a:spcBef>
                <a:spcPts val="0"/>
              </a:spcBef>
              <a:buFont typeface="+mj-lt"/>
              <a:buAutoNum type="romanLcPeriod"/>
              <a:defRPr sz="2000"/>
            </a:lvl3pPr>
            <a:lvl4pPr marL="1028700" indent="-342900">
              <a:lnSpc>
                <a:spcPct val="120000"/>
              </a:lnSpc>
              <a:spcBef>
                <a:spcPts val="0"/>
              </a:spcBef>
              <a:buFont typeface="+mj-lt"/>
              <a:buAutoNum type="arabicParenR"/>
              <a:defRPr sz="2000"/>
            </a:lvl4pPr>
            <a:lvl5pPr>
              <a:lnSpc>
                <a:spcPct val="120000"/>
              </a:lnSpc>
              <a:spcBef>
                <a:spcPts val="0"/>
              </a:spcBef>
              <a:buFont typeface="+mj-lt"/>
              <a:buAutoNum type="romanL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62021260"/>
      </p:ext>
    </p:extLst>
  </p:cSld>
  <p:clrMapOvr>
    <a:masterClrMapping/>
  </p:clrMapOvr>
</p:sldLayout>
</file>

<file path=ppt/slideLayouts/slideLayout_8000001C_191FDFD5.xml><?xml version="1.0" encoding="utf-8"?>
<p:sldLayout xmlns:a="http://schemas.openxmlformats.org/drawingml/2006/main" xmlns:r="http://schemas.openxmlformats.org/officeDocument/2006/relationships" xmlns:p="http://schemas.openxmlformats.org/presentationml/2006/main" preserve="1">
  <p:cSld name="Agenda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2" y="457201"/>
            <a:ext cx="3175967" cy="6248399"/>
          </a:xfrm>
        </p:spPr>
        <p:txBody>
          <a:bodyPr anchor="t">
            <a:normAutofit/>
          </a:bodyPr>
          <a:lstStyle>
            <a:lvl1pPr>
              <a:defRPr sz="72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3976447" y="0"/>
            <a:ext cx="356616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72098" y="457200"/>
            <a:ext cx="3762702" cy="6019800"/>
          </a:xfrm>
        </p:spPr>
        <p:txBody>
          <a:bodyPr anchor="b">
            <a:normAutofit/>
          </a:bodyPr>
          <a:lstStyle>
            <a:lvl1pPr marL="457200" indent="-457200">
              <a:lnSpc>
                <a:spcPct val="120000"/>
              </a:lnSpc>
              <a:spcBef>
                <a:spcPts val="0"/>
              </a:spcBef>
              <a:buFont typeface="+mj-lt"/>
              <a:buAutoNum type="arabicPeriod"/>
              <a:defRPr sz="2000"/>
            </a:lvl1pPr>
            <a:lvl2pPr marL="571500" indent="-342900">
              <a:lnSpc>
                <a:spcPct val="120000"/>
              </a:lnSpc>
              <a:spcBef>
                <a:spcPts val="0"/>
              </a:spcBef>
              <a:buFont typeface="+mj-lt"/>
              <a:buAutoNum type="alphaLcPeriod"/>
              <a:defRPr sz="2000"/>
            </a:lvl2pPr>
            <a:lvl3pPr marL="800100" indent="-342900">
              <a:lnSpc>
                <a:spcPct val="120000"/>
              </a:lnSpc>
              <a:spcBef>
                <a:spcPts val="0"/>
              </a:spcBef>
              <a:buFont typeface="+mj-lt"/>
              <a:buAutoNum type="romanLcPeriod"/>
              <a:defRPr sz="2000"/>
            </a:lvl3pPr>
            <a:lvl4pPr marL="1028700" indent="-342900">
              <a:lnSpc>
                <a:spcPct val="120000"/>
              </a:lnSpc>
              <a:spcBef>
                <a:spcPts val="0"/>
              </a:spcBef>
              <a:buFont typeface="+mj-lt"/>
              <a:buAutoNum type="arabicParenR"/>
              <a:defRPr sz="2000"/>
            </a:lvl4pPr>
            <a:lvl5pPr>
              <a:lnSpc>
                <a:spcPct val="120000"/>
              </a:lnSpc>
              <a:spcBef>
                <a:spcPts val="0"/>
              </a:spcBef>
              <a:buFont typeface="+mj-lt"/>
              <a:buAutoNum type="romanL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5400000">
            <a:off x="11582398" y="533402"/>
            <a:ext cx="762002" cy="457199"/>
          </a:xfrm>
        </p:spPr>
        <p:txBody>
          <a:bodyPr/>
          <a:lstStyle/>
          <a:p>
            <a:fld id="{896D7983-37DF-438F-9E06-8D8626DBAEF5}" type="datetime1">
              <a:rPr lang="en-US" smtClean="0"/>
              <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5400000">
            <a:off x="9677401" y="3200403"/>
            <a:ext cx="4571997" cy="457199"/>
          </a:xfrm>
        </p:spPr>
        <p:txBody>
          <a:bodyPr/>
          <a:lstStyle/>
          <a:p>
            <a:r>
              <a:rPr lang="en-US"/>
              <a:t>presentation title</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34800" y="5715000"/>
            <a:ext cx="457199" cy="761999"/>
          </a:xfrm>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421519317"/>
      </p:ext>
    </p:extLst>
  </p:cSld>
  <p:clrMapOvr>
    <a:masterClrMapping/>
  </p:clrMapOvr>
</p:sldLayout>
</file>

<file path=ppt/slideLayouts/slideLayout_8000001D_8702AA12.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FE00A3-BFD3-2A2D-5C6D-DD3F0CC59B75}"/>
              </a:ext>
            </a:extLst>
          </p:cNvPr>
          <p:cNvSpPr>
            <a:spLocks noGrp="1"/>
          </p:cNvSpPr>
          <p:nvPr>
            <p:ph type="title"/>
          </p:nvPr>
        </p:nvSpPr>
        <p:spPr>
          <a:xfrm>
            <a:off x="471960" y="481156"/>
            <a:ext cx="4328640" cy="3328844"/>
          </a:xfrm>
        </p:spPr>
        <p:txBody>
          <a:bodyPr anchor="b"/>
          <a:lstStyle/>
          <a:p>
            <a:r>
              <a:rPr lang="en-US"/>
              <a:t>Click to edit Master title style</a:t>
            </a:r>
          </a:p>
        </p:txBody>
      </p:sp>
      <p:sp>
        <p:nvSpPr>
          <p:cNvPr id="11" name="Content Placeholder 10">
            <a:extLst>
              <a:ext uri="{FF2B5EF4-FFF2-40B4-BE49-F238E27FC236}">
                <a16:creationId xmlns:a16="http://schemas.microsoft.com/office/drawing/2014/main" id="{33992031-CB89-1194-38F1-DDC44C126D5A}"/>
              </a:ext>
            </a:extLst>
          </p:cNvPr>
          <p:cNvSpPr>
            <a:spLocks noGrp="1"/>
          </p:cNvSpPr>
          <p:nvPr>
            <p:ph sz="quarter" idx="14"/>
          </p:nvPr>
        </p:nvSpPr>
        <p:spPr>
          <a:xfrm>
            <a:off x="471962" y="4191000"/>
            <a:ext cx="4329113" cy="2286000"/>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C4613FAD-F332-45E9-9538-895CFD466685}"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2265098770"/>
      </p:ext>
    </p:extLst>
  </p:cSld>
  <p:clrMapOvr>
    <a:masterClrMapping/>
  </p:clrMapOvr>
</p:sldLayout>
</file>

<file path=ppt/slideLayouts/slideLayout_8000001E_3CD5C54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0"/>
            <a:ext cx="3005752" cy="2971800"/>
          </a:xfrm>
        </p:spPr>
        <p:txBody>
          <a:bodyPr anchor="t">
            <a:norm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096000" y="2889260"/>
            <a:ext cx="4905379" cy="358774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69956EB9-7897-42EF-BE95-95D7CEF7B23C}"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1020642627"/>
      </p:ext>
    </p:extLst>
  </p:cSld>
  <p:clrMapOvr>
    <a:masterClrMapping/>
  </p:clrMapOvr>
</p:sldLayout>
</file>

<file path=ppt/slideLayouts/slideLayout_8000001F_235E8931.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1" y="457200"/>
            <a:ext cx="3005752" cy="4271326"/>
          </a:xfrm>
        </p:spPr>
        <p:txBody>
          <a:bodyPr anchor="t">
            <a:norm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62527" y="2129475"/>
            <a:ext cx="6238874" cy="434752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C2CDA8EC-CA10-4DCF-96BA-72336EE517F8}"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593398065"/>
      </p:ext>
    </p:extLst>
  </p:cSld>
  <p:clrMapOvr>
    <a:masterClrMapping/>
  </p:clrMapOvr>
</p:sldLayout>
</file>

<file path=ppt/slideLayouts/slideLayout_8000002A_13C16F99.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A2FB61C-6869-B5CA-E4BB-433A18DF4374}"/>
              </a:ext>
            </a:extLst>
          </p:cNvPr>
          <p:cNvSpPr>
            <a:spLocks noGrp="1"/>
          </p:cNvSpPr>
          <p:nvPr>
            <p:ph type="title"/>
          </p:nvPr>
        </p:nvSpPr>
        <p:spPr>
          <a:xfrm>
            <a:off x="8729045" y="457202"/>
            <a:ext cx="3005755" cy="2419987"/>
          </a:xfrm>
        </p:spPr>
        <p:txBody>
          <a:bodyPr anchor="t"/>
          <a:lstStyle>
            <a:lvl1pPr>
              <a:defRPr sz="40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52400" y="533400"/>
            <a:ext cx="762000" cy="457200"/>
          </a:xfrm>
        </p:spPr>
        <p:txBody>
          <a:bodyPr/>
          <a:lstStyle>
            <a:lvl1pPr algn="r">
              <a:defRPr>
                <a:solidFill>
                  <a:schemeClr val="tx1"/>
                </a:solidFill>
                <a:effectLst/>
              </a:defRPr>
            </a:lvl1pPr>
          </a:lstStyle>
          <a:p>
            <a:pPr algn="r"/>
            <a:fld id="{8FDAFBEF-44A3-413C-A3B3-6EAD5C6C8E80}"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57398" y="3200401"/>
            <a:ext cx="4572003" cy="457199"/>
          </a:xfrm>
        </p:spPr>
        <p:txBody>
          <a:bodyPr/>
          <a:lstStyle/>
          <a:p>
            <a:r>
              <a:rPr lang="en-US"/>
              <a:t>presentation title</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0" y="5715000"/>
            <a:ext cx="457200" cy="761999"/>
          </a:xfrm>
        </p:spPr>
        <p:txBody>
          <a:bodyPr/>
          <a:lstStyle/>
          <a:p>
            <a:fld id="{FD550D4C-7310-48EB-AB4A-11C1BDEC928F}" type="slidenum">
              <a:rPr lang="en-US" smtClean="0"/>
              <a:t/>
            </a:fld>
            <a:endParaRPr lang="en-US"/>
          </a:p>
        </p:txBody>
      </p:sp>
      <p:sp>
        <p:nvSpPr>
          <p:cNvPr id="29" name="Picture Placeholder 9">
            <a:extLst>
              <a:ext uri="{FF2B5EF4-FFF2-40B4-BE49-F238E27FC236}">
                <a16:creationId xmlns:a16="http://schemas.microsoft.com/office/drawing/2014/main" id="{01F259E7-1DC4-EDC1-6EAC-83122DDAB9C5}"/>
              </a:ext>
            </a:extLst>
          </p:cNvPr>
          <p:cNvSpPr>
            <a:spLocks noGrp="1"/>
          </p:cNvSpPr>
          <p:nvPr>
            <p:ph type="pic" sz="quarter" idx="15" hasCustomPrompt="1"/>
          </p:nvPr>
        </p:nvSpPr>
        <p:spPr>
          <a:xfrm>
            <a:off x="473155" y="7088"/>
            <a:ext cx="7699295"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734684" y="3242950"/>
            <a:ext cx="3000116" cy="3234049"/>
          </a:xfrm>
        </p:spPr>
        <p:txBody>
          <a:bodyPr vert="horz" lIns="91440" tIns="45720" rIns="91440" bIns="45720" rtlCol="0" anchor="b">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1444121"/>
      </p:ext>
    </p:extLst>
  </p:cSld>
  <p:clrMapOvr>
    <a:masterClrMapping/>
  </p:clrMapOvr>
</p:sldLayout>
</file>

<file path=ppt/slideLayouts/slideLayout_8000002B_6D55D3C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1"/>
            <a:ext cx="3005759" cy="241998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57200" y="3429000"/>
            <a:ext cx="3005759" cy="3047999"/>
          </a:xfrm>
        </p:spPr>
        <p:txBody>
          <a:bodyPr vert="horz" lIns="91440" tIns="45720" rIns="91440" bIns="45720" rtlCol="0" anchor="b">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019552" y="0"/>
            <a:ext cx="7715248"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582399" y="533402"/>
            <a:ext cx="761999" cy="457200"/>
          </a:xfrm>
        </p:spPr>
        <p:txBody>
          <a:bodyPr/>
          <a:lstStyle>
            <a:lvl1pPr>
              <a:defRPr>
                <a:solidFill>
                  <a:schemeClr val="tx1"/>
                </a:solidFill>
                <a:effectLst/>
              </a:defRPr>
            </a:lvl1pPr>
          </a:lstStyle>
          <a:p>
            <a:fld id="{DBBE2458-01C5-491F-86A3-F6E212A08BF3}"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5400000">
            <a:off x="9677400" y="3200401"/>
            <a:ext cx="4571996" cy="457199"/>
          </a:xfrm>
        </p:spPr>
        <p:txBody>
          <a:bodyPr/>
          <a:lstStyle/>
          <a:p>
            <a:r>
              <a:rPr lang="en-US"/>
              <a:t>presentation title</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734800" y="5714999"/>
            <a:ext cx="457200" cy="762001"/>
          </a:xfrm>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1834341320"/>
      </p:ext>
    </p:extLst>
  </p:cSld>
  <p:clrMapOvr>
    <a:masterClrMapping/>
  </p:clrMapOvr>
</p:sldLayout>
</file>

<file path=ppt/slideLayouts/slideLayout_8000002C_5F6A9AFE.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5109526"/>
            <a:ext cx="3562347" cy="1291274"/>
          </a:xfrm>
        </p:spPr>
        <p:txBody>
          <a:bodyPr anchor="t">
            <a:normAutofit/>
          </a:bodyPr>
          <a:lstStyle>
            <a:lvl1pPr>
              <a:defRPr sz="40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1734795" cy="4728526"/>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05931" y="5109526"/>
            <a:ext cx="7176470" cy="136747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8B971A-3D0C-47BD-B2E1-6702BC43648A}"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1600822014"/>
      </p:ext>
    </p:extLst>
  </p:cSld>
  <p:clrMapOvr>
    <a:masterClrMapping/>
  </p:clrMapOvr>
</p:sldLayout>
</file>

<file path=ppt/slideLayouts/slideLayout_8000002D_2B1B1CB2.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353867"/>
            <a:ext cx="2619372" cy="2046933"/>
          </a:xfrm>
        </p:spPr>
        <p:txBody>
          <a:bodyPr anchor="t">
            <a:normAutofit/>
          </a:bodyPr>
          <a:lstStyle>
            <a:lvl1pPr>
              <a:defRPr sz="40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1734795" cy="397286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462956" y="4362766"/>
            <a:ext cx="8119444" cy="211423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310AB1C-4594-4756-90B6-BAC91202EC84}"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723197106"/>
      </p:ext>
    </p:extLst>
  </p:cSld>
  <p:clrMapOvr>
    <a:masterClrMapping/>
  </p:clrMapOvr>
</p:sldLayout>
</file>

<file path=ppt/slideLayouts/slideLayout_8000002E_C368806D.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57201"/>
            <a:ext cx="2619372" cy="2114234"/>
          </a:xfrm>
        </p:spPr>
        <p:txBody>
          <a:bodyPr anchor="t">
            <a:normAutofit/>
          </a:bodyPr>
          <a:lstStyle>
            <a:lvl1pPr>
              <a:defRPr sz="4000"/>
            </a:lvl1pPr>
          </a:lstStyle>
          <a:p>
            <a:r>
              <a:rPr lang="en-US"/>
              <a:t>Click to edit Master title style</a:t>
            </a:r>
          </a:p>
        </p:txBody>
      </p:sp>
      <p:sp>
        <p:nvSpPr>
          <p:cNvPr id="35" name="Content Placeholder 7">
            <a:extLst>
              <a:ext uri="{FF2B5EF4-FFF2-40B4-BE49-F238E27FC236}">
                <a16:creationId xmlns:a16="http://schemas.microsoft.com/office/drawing/2014/main" id="{BC6CD26D-0AE8-4E23-7BEB-EB0195879850}"/>
              </a:ext>
            </a:extLst>
          </p:cNvPr>
          <p:cNvSpPr>
            <a:spLocks noGrp="1"/>
          </p:cNvSpPr>
          <p:nvPr>
            <p:ph sz="quarter" idx="15"/>
          </p:nvPr>
        </p:nvSpPr>
        <p:spPr>
          <a:xfrm>
            <a:off x="3462956" y="457201"/>
            <a:ext cx="8119444" cy="2114234"/>
          </a:xfrm>
        </p:spPr>
        <p:txBody>
          <a:bodyPr vert="horz" lIns="91440" tIns="45720" rIns="91440" bIns="45720" rtlCol="0" anchor="t">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Picture Placeholder 10">
            <a:extLst>
              <a:ext uri="{FF2B5EF4-FFF2-40B4-BE49-F238E27FC236}">
                <a16:creationId xmlns:a16="http://schemas.microsoft.com/office/drawing/2014/main" id="{A809104E-E345-FE14-BDCD-16445C8FD050}"/>
              </a:ext>
            </a:extLst>
          </p:cNvPr>
          <p:cNvSpPr>
            <a:spLocks noGrp="1"/>
          </p:cNvSpPr>
          <p:nvPr>
            <p:ph type="pic" sz="quarter" idx="13" hasCustomPrompt="1"/>
          </p:nvPr>
        </p:nvSpPr>
        <p:spPr>
          <a:xfrm>
            <a:off x="-1" y="2885133"/>
            <a:ext cx="11734795" cy="397286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582396" y="533402"/>
            <a:ext cx="762002" cy="457199"/>
          </a:xfrm>
        </p:spPr>
        <p:txBody>
          <a:bodyPr/>
          <a:lstStyle/>
          <a:p>
            <a:fld id="{94127D82-630B-49E3-A9ED-BC018EC5F8E7}"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5400000">
            <a:off x="9677398" y="3200402"/>
            <a:ext cx="4571999" cy="457199"/>
          </a:xfrm>
        </p:spPr>
        <p:txBody>
          <a:bodyPr/>
          <a:lstStyle/>
          <a:p>
            <a:r>
              <a:rPr lang="en-US"/>
              <a:t>presentation title</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734800" y="5715000"/>
            <a:ext cx="457200" cy="762000"/>
          </a:xfrm>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32784057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4320" userDrawn="1">
          <p15:clr>
            <a:srgbClr val="FBAE40"/>
          </p15:clr>
        </p15:guide>
      </p15:sldGuideLst>
    </p:ext>
  </p:extLst>
</p:sldLayout>
</file>

<file path=ppt/slideLayouts/slideLayout_8000002F_EE2284C4.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2619377" cy="6096000"/>
          </a:xfrm>
        </p:spPr>
        <p:txBody>
          <a:bodyPr anchor="b"/>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462962" y="457200"/>
            <a:ext cx="3380134" cy="601980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7224097" y="1"/>
            <a:ext cx="4510703" cy="6858000"/>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rot="5400000">
            <a:off x="11582397" y="533403"/>
            <a:ext cx="762004" cy="457198"/>
          </a:xfrm>
        </p:spPr>
        <p:txBody>
          <a:bodyPr/>
          <a:lstStyle/>
          <a:p>
            <a:fld id="{2412FE65-DE44-4BA6-B9D8-CDCB8C4FF811}" type="datetime1">
              <a:rPr lang="en-US" smtClean="0"/>
              <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5400000">
            <a:off x="9677398" y="3200403"/>
            <a:ext cx="4571996" cy="457197"/>
          </a:xfrm>
        </p:spPr>
        <p:txBody>
          <a:bodyPr/>
          <a:lstStyle/>
          <a:p>
            <a:r>
              <a:rPr lang="en-US"/>
              <a:t>presentation title</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734800" y="5715000"/>
            <a:ext cx="457199" cy="762000"/>
          </a:xfrm>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3995239620"/>
      </p:ext>
    </p:extLst>
  </p:cSld>
  <p:clrMapOvr>
    <a:overrideClrMapping bg1="lt1" tx1="dk1" bg2="lt2" tx2="dk2" accent1="accent1" accent2="accent2" accent3="accent3" accent4="accent4" accent5="accent5" accent6="accent6" hlink="hlink" folHlink="folHlink"/>
  </p:clrMapOvr>
</p:sldLayout>
</file>

<file path=ppt/slideLayouts/slideLayout_8000003A_C9431A5C.xml><?xml version="1.0" encoding="utf-8"?>
<p:sldLayout xmlns:a="http://schemas.openxmlformats.org/drawingml/2006/main" xmlns:r="http://schemas.openxmlformats.org/officeDocument/2006/relationships" xmlns:p="http://schemas.openxmlformats.org/presentationml/2006/main" preserve="1" userDrawn="1">
  <p:cSld name="Statement 5">
    <p:bg>
      <p:bgPr>
        <a:solidFill>
          <a:schemeClr val="accent4"/>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D64BF352-C358-0031-4334-AC75A68739CA}"/>
              </a:ext>
            </a:extLst>
          </p:cNvPr>
          <p:cNvSpPr/>
          <p:nvPr userDrawn="1"/>
        </p:nvSpPr>
        <p:spPr>
          <a:xfrm>
            <a:off x="11734800" y="0"/>
            <a:ext cx="457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579122" y="-1143000"/>
            <a:ext cx="10652760" cy="914400"/>
          </a:xfrm>
        </p:spPr>
        <p:txBody>
          <a:bodyPr/>
          <a:lstStyle>
            <a:lvl1pPr>
              <a:defRPr>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462961" y="457199"/>
            <a:ext cx="8095003" cy="5943601"/>
          </a:xfrm>
        </p:spPr>
        <p:txBody>
          <a:bodyPr vert="horz" lIns="91440" tIns="45720" rIns="91440" bIns="45720" rtlCol="0" anchor="t">
            <a:normAutofit/>
          </a:bodyPr>
          <a:lstStyle>
            <a:lvl1pPr marL="0" indent="0">
              <a:lnSpc>
                <a:spcPct val="80000"/>
              </a:lnSpc>
              <a:spcBef>
                <a:spcPts val="0"/>
              </a:spcBef>
              <a:buNone/>
              <a:defRPr lang="en-US" sz="6000" b="0" cap="all" baseline="0" dirty="0">
                <a:solidFill>
                  <a:schemeClr val="bg2"/>
                </a:solidFill>
              </a:defRPr>
            </a:lvl1pPr>
            <a:lvl2pPr marL="228600" indent="0">
              <a:lnSpc>
                <a:spcPct val="80000"/>
              </a:lnSpc>
              <a:spcBef>
                <a:spcPts val="0"/>
              </a:spcBef>
              <a:buNone/>
              <a:defRPr lang="en-US" sz="6000" b="0" cap="all" baseline="0" dirty="0">
                <a:solidFill>
                  <a:schemeClr val="bg2"/>
                </a:solidFill>
              </a:defRPr>
            </a:lvl2pPr>
            <a:lvl3pPr marL="457200" indent="0">
              <a:lnSpc>
                <a:spcPct val="80000"/>
              </a:lnSpc>
              <a:spcBef>
                <a:spcPts val="0"/>
              </a:spcBef>
              <a:buNone/>
              <a:defRPr lang="en-US" sz="6000" b="0" cap="all" baseline="0" dirty="0">
                <a:solidFill>
                  <a:schemeClr val="bg2"/>
                </a:solidFill>
              </a:defRPr>
            </a:lvl3pPr>
            <a:lvl4pPr marL="685800" indent="0">
              <a:lnSpc>
                <a:spcPct val="80000"/>
              </a:lnSpc>
              <a:spcBef>
                <a:spcPts val="0"/>
              </a:spcBef>
              <a:buNone/>
              <a:defRPr lang="en-US" sz="6000" b="0" cap="all" baseline="0" dirty="0">
                <a:solidFill>
                  <a:schemeClr val="bg2"/>
                </a:solidFill>
              </a:defRPr>
            </a:lvl4pPr>
            <a:lvl5pPr marL="914400" indent="0">
              <a:lnSpc>
                <a:spcPct val="80000"/>
              </a:lnSpc>
              <a:spcBef>
                <a:spcPts val="0"/>
              </a:spcBef>
              <a:buNone/>
              <a:defRPr lang="en-US" sz="6000" b="0" cap="all" baseline="0" dirty="0">
                <a:solidFill>
                  <a:schemeClr val="bg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2"/>
                </a:solidFill>
              </a:defRPr>
            </a:lvl1pPr>
          </a:lstStyle>
          <a:p>
            <a:fld id="{52D72D37-6C18-40F4-93E7-BBBE4CDCDAA1}" type="datetime1">
              <a:rPr lang="en-US" smtClean="0"/>
              <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2"/>
                </a:solidFill>
              </a:defRPr>
            </a:lvl1pPr>
          </a:lstStyle>
          <a:p>
            <a:r>
              <a:rPr lang="en-US"/>
              <a:t>presentation title</a:t>
            </a:r>
            <a:endParaRPr lang="en-US">
              <a:solidFill>
                <a:schemeClr val="bg2"/>
              </a:solidFill>
            </a:endParaRP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3376618076"/>
      </p:ext>
    </p:extLst>
  </p:cSld>
  <p:clrMapOvr>
    <a:overrideClrMapping bg1="dk1" tx1="lt1" bg2="dk2" tx2="lt2" accent1="accent1" accent2="accent2" accent3="accent3" accent4="accent4" accent5="accent5" accent6="accent6" hlink="hlink" folHlink="folHlink"/>
  </p:clrMapOvr>
</p:sldLayout>
</file>

<file path=ppt/slideLayouts/slideLayout_8000003B_4D75111.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3355375-6666-71FB-7C71-56C12B3EB703}"/>
              </a:ext>
            </a:extLst>
          </p:cNvPr>
          <p:cNvSpPr/>
          <p:nvPr userDrawn="1"/>
        </p:nvSpPr>
        <p:spPr>
          <a:xfrm>
            <a:off x="11734800" y="0"/>
            <a:ext cx="457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11125200" cy="6263639"/>
          </a:xfrm>
        </p:spPr>
        <p:txBody>
          <a:bodyPr anchor="t">
            <a:normAutofit/>
          </a:bodyPr>
          <a:lstStyle>
            <a:lvl1pPr marL="0" indent="0">
              <a:lnSpc>
                <a:spcPct val="80000"/>
              </a:lnSpc>
              <a:spcBef>
                <a:spcPts val="0"/>
              </a:spcBef>
              <a:buNone/>
              <a:defRPr sz="6000" b="0" cap="all" baseline="0"/>
            </a:lvl1pPr>
            <a:lvl2pPr marL="228600" indent="0">
              <a:lnSpc>
                <a:spcPct val="80000"/>
              </a:lnSpc>
              <a:spcBef>
                <a:spcPts val="0"/>
              </a:spcBef>
              <a:buNone/>
              <a:defRPr sz="6000" b="0" cap="all" baseline="0"/>
            </a:lvl2pPr>
            <a:lvl3pPr marL="457200" indent="0">
              <a:lnSpc>
                <a:spcPct val="80000"/>
              </a:lnSpc>
              <a:spcBef>
                <a:spcPts val="0"/>
              </a:spcBef>
              <a:buNone/>
              <a:defRPr sz="6000" b="0" cap="all" baseline="0"/>
            </a:lvl3pPr>
            <a:lvl4pPr marL="685800" indent="0">
              <a:lnSpc>
                <a:spcPct val="80000"/>
              </a:lnSpc>
              <a:spcBef>
                <a:spcPts val="0"/>
              </a:spcBef>
              <a:buNone/>
              <a:defRPr sz="6000" b="0" cap="all" baseline="0"/>
            </a:lvl4pPr>
            <a:lvl5pPr marL="914400" indent="0">
              <a:lnSpc>
                <a:spcPct val="80000"/>
              </a:lnSpc>
              <a:spcBef>
                <a:spcPts val="0"/>
              </a:spcBef>
              <a:buNone/>
              <a:defRPr sz="6000" b="0" cap="all"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rot="5400000">
            <a:off x="11582400" y="533401"/>
            <a:ext cx="761999" cy="457201"/>
          </a:xfrm>
        </p:spPr>
        <p:txBody>
          <a:bodyPr/>
          <a:lstStyle/>
          <a:p>
            <a:fld id="{27DBA6A8-8222-4010-9B59-BD693014C040}" type="datetime1">
              <a:rPr lang="en-US" smtClean="0"/>
              <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rot="5400000">
            <a:off x="9677397" y="3200401"/>
            <a:ext cx="4571999" cy="457199"/>
          </a:xfrm>
        </p:spPr>
        <p:txBody>
          <a:bodyPr/>
          <a:lstStyle/>
          <a:p>
            <a:r>
              <a:rPr lang="en-US"/>
              <a:t>presentation title</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734800" y="5715000"/>
            <a:ext cx="457200" cy="762000"/>
          </a:xfrm>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81219857"/>
      </p:ext>
    </p:extLst>
  </p:cSld>
  <p:clrMapOvr>
    <a:masterClrMapping/>
  </p:clrMapOvr>
</p:sldLayout>
</file>

<file path=ppt/slideLayouts/slideLayout_8000003C_662BF5A7.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ED44AB8-D7E9-2501-01E0-D3A18D06CF64}"/>
              </a:ext>
            </a:extLst>
          </p:cNvPr>
          <p:cNvSpPr/>
          <p:nvPr userDrawn="1"/>
        </p:nvSpPr>
        <p:spPr>
          <a:xfrm>
            <a:off x="11734800" y="0"/>
            <a:ext cx="457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457200" y="457199"/>
            <a:ext cx="11125200" cy="6172201"/>
          </a:xfrm>
        </p:spPr>
        <p:txBody>
          <a:bodyPr anchor="b">
            <a:noAutofit/>
          </a:bodyPr>
          <a:lstStyle>
            <a:lvl1pPr marL="0" indent="0">
              <a:lnSpc>
                <a:spcPct val="80000"/>
              </a:lnSpc>
              <a:spcBef>
                <a:spcPts val="0"/>
              </a:spcBef>
              <a:buNone/>
              <a:defRPr sz="6000" b="0" cap="all" baseline="0">
                <a:solidFill>
                  <a:schemeClr val="tx2"/>
                </a:solidFill>
              </a:defRPr>
            </a:lvl1pPr>
            <a:lvl2pPr marL="228600" indent="0">
              <a:lnSpc>
                <a:spcPct val="80000"/>
              </a:lnSpc>
              <a:spcBef>
                <a:spcPts val="0"/>
              </a:spcBef>
              <a:buNone/>
              <a:defRPr sz="6000" b="0" cap="all" baseline="0">
                <a:solidFill>
                  <a:schemeClr val="tx2"/>
                </a:solidFill>
              </a:defRPr>
            </a:lvl2pPr>
            <a:lvl3pPr marL="457200" indent="0">
              <a:lnSpc>
                <a:spcPct val="80000"/>
              </a:lnSpc>
              <a:spcBef>
                <a:spcPts val="0"/>
              </a:spcBef>
              <a:buNone/>
              <a:defRPr sz="6000" b="0" cap="all" baseline="0">
                <a:solidFill>
                  <a:schemeClr val="tx2"/>
                </a:solidFill>
              </a:defRPr>
            </a:lvl3pPr>
            <a:lvl4pPr marL="685800" indent="0">
              <a:lnSpc>
                <a:spcPct val="80000"/>
              </a:lnSpc>
              <a:spcBef>
                <a:spcPts val="0"/>
              </a:spcBef>
              <a:buNone/>
              <a:defRPr sz="6000" b="0" cap="all" baseline="0">
                <a:solidFill>
                  <a:schemeClr val="tx2"/>
                </a:solidFill>
              </a:defRPr>
            </a:lvl4pPr>
            <a:lvl5pPr marL="914400" indent="0">
              <a:lnSpc>
                <a:spcPct val="80000"/>
              </a:lnSpc>
              <a:spcBef>
                <a:spcPts val="0"/>
              </a:spcBef>
              <a:buNone/>
              <a:defRPr sz="6000" b="0" cap="all" baseline="0">
                <a:solidFill>
                  <a:schemeClr val="tx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D6E5D84-3F4D-4A63-9788-7B8962DE602B}" type="datetime1">
              <a:rPr lang="en-US" smtClean="0"/>
              <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1714156967"/>
      </p:ext>
    </p:extLst>
  </p:cSld>
  <p:clrMapOvr>
    <a:masterClrMapping/>
  </p:clrMapOvr>
</p:sldLayout>
</file>

<file path=ppt/slideLayouts/slideLayout_8000003D_C6338D95.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875BA0C1-BFC6-5778-9FC9-66D54ABF20C4}"/>
              </a:ext>
            </a:extLst>
          </p:cNvPr>
          <p:cNvSpPr/>
          <p:nvPr userDrawn="1"/>
        </p:nvSpPr>
        <p:spPr>
          <a:xfrm>
            <a:off x="11734800" y="0"/>
            <a:ext cx="457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57200" y="5857240"/>
            <a:ext cx="10241280" cy="619760"/>
          </a:xfrm>
        </p:spPr>
        <p:txBody>
          <a:bodyPr anchor="b">
            <a:normAutofit/>
          </a:bodyPr>
          <a:lstStyle>
            <a:lvl1pPr>
              <a:lnSpc>
                <a:spcPct val="120000"/>
              </a:lnSpc>
              <a:defRPr sz="2000" b="0" i="0" spc="0">
                <a:solidFill>
                  <a:schemeClr val="tx2"/>
                </a:solidFill>
                <a:latin typeface="+mj-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457200" y="457199"/>
            <a:ext cx="10157789" cy="5018085"/>
          </a:xfrm>
        </p:spPr>
        <p:txBody>
          <a:bodyPr anchor="b">
            <a:normAutofit/>
          </a:bodyPr>
          <a:lstStyle>
            <a:lvl1pPr marL="164592" indent="-164592">
              <a:lnSpc>
                <a:spcPct val="80000"/>
              </a:lnSpc>
              <a:spcBef>
                <a:spcPts val="0"/>
              </a:spcBef>
              <a:buNone/>
              <a:defRPr sz="6000" b="0" i="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1887A303-1ACC-427D-8AFE-77FF8F1FED7F}" type="datetime1">
              <a:rPr lang="en-US" smtClean="0"/>
              <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3325267349"/>
      </p:ext>
    </p:extLst>
  </p:cSld>
  <p:clrMapOvr>
    <a:masterClrMapping/>
  </p:clrMapOvr>
</p:sldLayout>
</file>

<file path=ppt/slideLayouts/slideLayout_8000003E_9CF1086.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43C86D5-9602-AA62-5E69-BC41C52C657F}"/>
              </a:ext>
            </a:extLst>
          </p:cNvPr>
          <p:cNvSpPr>
            <a:spLocks noGrp="1"/>
          </p:cNvSpPr>
          <p:nvPr>
            <p:ph type="title" hasCustomPrompt="1"/>
          </p:nvPr>
        </p:nvSpPr>
        <p:spPr>
          <a:xfrm>
            <a:off x="3462952" y="5857240"/>
            <a:ext cx="8119437" cy="619760"/>
          </a:xfrm>
        </p:spPr>
        <p:txBody>
          <a:bodyPr anchor="b"/>
          <a:lstStyle>
            <a:lvl1pPr>
              <a:defRPr sz="2000">
                <a:solidFill>
                  <a:schemeClr val="bg2"/>
                </a:solidFill>
              </a:defRPr>
            </a:lvl1pPr>
          </a:lstStyle>
          <a:p>
            <a:r>
              <a:rPr lang="en-US"/>
              <a:t>Quote Author</a:t>
            </a:r>
          </a:p>
        </p:txBody>
      </p:sp>
      <p:sp>
        <p:nvSpPr>
          <p:cNvPr id="30" name="Rectangle 29">
            <a:extLst>
              <a:ext uri="{FF2B5EF4-FFF2-40B4-BE49-F238E27FC236}">
                <a16:creationId xmlns:a16="http://schemas.microsoft.com/office/drawing/2014/main" id="{9D64B8A8-6787-D1C3-659A-CD2280354A5C}"/>
              </a:ext>
            </a:extLst>
          </p:cNvPr>
          <p:cNvSpPr/>
          <p:nvPr userDrawn="1"/>
        </p:nvSpPr>
        <p:spPr>
          <a:xfrm>
            <a:off x="11734800" y="0"/>
            <a:ext cx="457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Content Placeholder 6">
            <a:extLst>
              <a:ext uri="{FF2B5EF4-FFF2-40B4-BE49-F238E27FC236}">
                <a16:creationId xmlns:a16="http://schemas.microsoft.com/office/drawing/2014/main" id="{A86B119E-99D0-99D8-0A4E-A258F3B6BFF0}"/>
              </a:ext>
            </a:extLst>
          </p:cNvPr>
          <p:cNvSpPr>
            <a:spLocks noGrp="1"/>
          </p:cNvSpPr>
          <p:nvPr>
            <p:ph sz="quarter" idx="13" hasCustomPrompt="1"/>
          </p:nvPr>
        </p:nvSpPr>
        <p:spPr>
          <a:xfrm>
            <a:off x="3462961" y="457200"/>
            <a:ext cx="8119437" cy="5257797"/>
          </a:xfrm>
        </p:spPr>
        <p:txBody>
          <a:bodyPr anchor="t">
            <a:normAutofit/>
          </a:bodyPr>
          <a:lstStyle>
            <a:lvl1pPr marL="164592" indent="-164592">
              <a:lnSpc>
                <a:spcPct val="100000"/>
              </a:lnSpc>
              <a:spcBef>
                <a:spcPts val="0"/>
              </a:spcBef>
              <a:buNone/>
              <a:defRPr sz="6000" b="0" i="0">
                <a:solidFill>
                  <a:schemeClr val="bg2"/>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2"/>
                </a:solidFill>
              </a:defRPr>
            </a:lvl1pPr>
          </a:lstStyle>
          <a:p>
            <a:fld id="{C674520D-DCF2-41F4-BB35-B9E3DEB76F62}" type="datetime1">
              <a:rPr lang="en-US" smtClean="0"/>
              <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2"/>
                </a:solidFill>
              </a:defRPr>
            </a:lvl1pPr>
          </a:lstStyle>
          <a:p>
            <a:r>
              <a:rPr lang="en-US"/>
              <a:t>presentation title</a:t>
            </a:r>
            <a:endParaRPr lang="en-US">
              <a:solidFill>
                <a:schemeClr val="bg2"/>
              </a:solidFill>
            </a:endParaRP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164565126"/>
      </p:ext>
    </p:extLst>
  </p:cSld>
  <p:clrMapOvr>
    <a:overrideClrMapping bg1="dk1" tx1="lt1" bg2="dk2" tx2="lt2" accent1="accent1" accent2="accent2" accent3="accent3" accent4="accent4" accent5="accent5" accent6="accent6" hlink="hlink" folHlink="folHlink"/>
  </p:clrMapOvr>
</p:sldLayout>
</file>

<file path=ppt/slideLayouts/slideLayout_8000003F_4E3EF4AD.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8DE62F-76E8-58F8-B265-1949D774BA73}"/>
              </a:ext>
            </a:extLst>
          </p:cNvPr>
          <p:cNvSpPr/>
          <p:nvPr userDrawn="1"/>
        </p:nvSpPr>
        <p:spPr>
          <a:xfrm>
            <a:off x="11734800" y="0"/>
            <a:ext cx="457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1FA45838-21FB-B4EC-9D2D-65881959E201}"/>
              </a:ext>
            </a:extLst>
          </p:cNvPr>
          <p:cNvSpPr>
            <a:spLocks noGrp="1"/>
          </p:cNvSpPr>
          <p:nvPr>
            <p:ph type="title" hasCustomPrompt="1"/>
          </p:nvPr>
        </p:nvSpPr>
        <p:spPr>
          <a:xfrm>
            <a:off x="9110045" y="3429001"/>
            <a:ext cx="2472354" cy="3048000"/>
          </a:xfrm>
        </p:spPr>
        <p:txBody>
          <a:bodyPr anchor="b"/>
          <a:lstStyle>
            <a:lvl1pPr>
              <a:defRPr sz="1800"/>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457200" y="457199"/>
            <a:ext cx="8271845" cy="5943601"/>
          </a:xfrm>
        </p:spPr>
        <p:txBody>
          <a:bodyPr anchor="t">
            <a:normAutofit/>
          </a:bodyPr>
          <a:lstStyle>
            <a:lvl1pPr marL="164592" indent="-164592">
              <a:lnSpc>
                <a:spcPct val="80000"/>
              </a:lnSpc>
              <a:spcBef>
                <a:spcPts val="0"/>
              </a:spcBef>
              <a:buNone/>
              <a:defRPr sz="6000" b="0" i="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FC5A008-CC69-4BE6-9DCF-5E5E40858D63}" type="datetime1">
              <a:rPr lang="en-US" smtClean="0"/>
              <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1312748717"/>
      </p:ext>
    </p:extLst>
  </p:cSld>
  <p:clrMapOvr>
    <a:masterClrMapping/>
  </p:clrMapOvr>
</p:sldLayout>
</file>

<file path=ppt/slideLayouts/slideLayout_8000004A_BD7083C3.xml><?xml version="1.0" encoding="utf-8"?>
<p:sldLayout xmlns:a="http://schemas.openxmlformats.org/drawingml/2006/main" xmlns:r="http://schemas.openxmlformats.org/officeDocument/2006/relationships" xmlns:p="http://schemas.openxmlformats.org/presentationml/2006/main" preserve="1" userDrawn="1">
  <p:cSld name="Conclusion 4">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287C6DC-37E0-3E84-BAD6-4A9F19AC6D07}"/>
              </a:ext>
            </a:extLst>
          </p:cNvPr>
          <p:cNvSpPr/>
          <p:nvPr userDrawn="1"/>
        </p:nvSpPr>
        <p:spPr>
          <a:xfrm>
            <a:off x="11734800" y="0"/>
            <a:ext cx="457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1" y="3429000"/>
            <a:ext cx="6385894" cy="3276600"/>
          </a:xfrm>
        </p:spPr>
        <p:txBody>
          <a:bodyPr anchor="b">
            <a:noAutofit/>
          </a:bodyPr>
          <a:lstStyle>
            <a:lvl1pPr>
              <a:defRPr sz="8000" cap="all" baseline="0">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405936" y="457199"/>
            <a:ext cx="7176463" cy="2667000"/>
          </a:xfrm>
        </p:spPr>
        <p:txBody>
          <a:bodyPr anchor="t">
            <a:normAutofit/>
          </a:bodyPr>
          <a:lstStyle>
            <a:lvl1pPr marL="0" indent="0">
              <a:buNone/>
              <a:defRPr sz="1800">
                <a:solidFill>
                  <a:schemeClr val="tx2"/>
                </a:solidFill>
              </a:defRPr>
            </a:lvl1pPr>
            <a:lvl2pPr marL="228600" indent="0">
              <a:buNone/>
              <a:defRPr sz="1600">
                <a:solidFill>
                  <a:schemeClr val="tx2"/>
                </a:solidFill>
              </a:defRPr>
            </a:lvl2pPr>
            <a:lvl3pPr marL="457200" indent="0">
              <a:buNone/>
              <a:defRPr sz="1400">
                <a:solidFill>
                  <a:schemeClr val="tx2"/>
                </a:solidFill>
              </a:defRPr>
            </a:lvl3pPr>
            <a:lvl4pPr marL="685800" indent="0">
              <a:buNone/>
              <a:defRPr sz="1400">
                <a:solidFill>
                  <a:schemeClr val="tx2"/>
                </a:solidFill>
              </a:defRPr>
            </a:lvl4pPr>
            <a:lvl5pPr marL="914400" indent="0">
              <a:buNone/>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582395" y="533406"/>
            <a:ext cx="762000" cy="457191"/>
          </a:xfrm>
        </p:spPr>
        <p:txBody>
          <a:bodyPr/>
          <a:lstStyle>
            <a:lvl1pPr>
              <a:defRPr>
                <a:solidFill>
                  <a:schemeClr val="tx2"/>
                </a:solidFill>
              </a:defRPr>
            </a:lvl1pPr>
          </a:lstStyle>
          <a:p>
            <a:fld id="{1145E08F-323D-4310-8299-D9BB43AD870F}"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3178267587"/>
      </p:ext>
    </p:extLst>
  </p:cSld>
  <p:clrMapOvr>
    <a:overrideClrMapping bg1="lt1" tx1="dk1" bg2="lt2" tx2="dk2" accent1="accent1" accent2="accent2" accent3="accent3" accent4="accent4" accent5="accent5" accent6="accent6" hlink="hlink" folHlink="folHlink"/>
  </p:clrMapOvr>
</p:sldLayout>
</file>

<file path=ppt/slideLayouts/slideLayout_80000001_969D7D9A.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2495234"/>
            <a:ext cx="6772275" cy="4210366"/>
          </a:xfrm>
        </p:spPr>
        <p:txBody>
          <a:bodyPr vert="horz" lIns="91440" tIns="45720" rIns="91440" bIns="45720" rtlCol="0" anchor="b">
            <a:normAutofit/>
          </a:bodyPr>
          <a:lstStyle>
            <a:lvl1pPr>
              <a:defRPr lang="en-US" sz="8000" cap="all" baseline="0" dirty="0">
                <a:solidFill>
                  <a:schemeClr val="tx2"/>
                </a:solidFill>
                <a:latin typeface="+mj-lt"/>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1" y="457200"/>
            <a:ext cx="1676401" cy="1672275"/>
          </a:xfrm>
        </p:spPr>
        <p:txBody>
          <a:bodyPr vert="horz" lIns="91440" tIns="45720" rIns="91440" bIns="45720" rtlCol="0" anchor="t">
            <a:normAutofit/>
          </a:bodyPr>
          <a:lstStyle>
            <a:lvl1pPr marL="0" indent="0">
              <a:lnSpc>
                <a:spcPct val="90000"/>
              </a:lnSpc>
              <a:spcBef>
                <a:spcPts val="0"/>
              </a:spcBef>
              <a:buNone/>
              <a:defRPr lang="en-US" sz="1800" dirty="0">
                <a:solidFill>
                  <a:schemeClr val="tx2"/>
                </a:solidFill>
                <a:latin typeface="+mj-lt"/>
              </a:defRPr>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7786070" y="0"/>
            <a:ext cx="3948730"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rot="5400000">
            <a:off x="11582397" y="533401"/>
            <a:ext cx="762003" cy="457201"/>
          </a:xfrm>
        </p:spPr>
        <p:txBody>
          <a:bodyPr/>
          <a:lstStyle/>
          <a:p>
            <a:fld id="{0C8C660B-F668-4504-BC81-2CC82DB51607}" type="datetime1">
              <a:rPr lang="en-US" smtClean="0"/>
              <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rot="5400000">
            <a:off x="9677401" y="3200402"/>
            <a:ext cx="4571997" cy="457201"/>
          </a:xfrm>
        </p:spPr>
        <p:txBody>
          <a:bodyPr/>
          <a:lstStyle/>
          <a:p>
            <a:r>
              <a:rPr lang="en-US"/>
              <a:t>presentation title</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1734800" y="5715000"/>
            <a:ext cx="457200" cy="762000"/>
          </a:xfrm>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25269037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FE6CB7E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sz="1000"/>
            </a:lvl1pPr>
          </a:lstStyle>
          <a:p>
            <a:fld id="{26FFB7DB-11F3-4850-BAD4-484CF80E6048}"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sz="1000"/>
            </a:lvl1pPr>
          </a:lstStyle>
          <a:p>
            <a:r>
              <a:rPr lang="en-US"/>
              <a:t>presentation title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sz="1000"/>
            </a:lvl1pPr>
          </a:lstStyle>
          <a:p>
            <a:fld id="{FD550D4C-7310-48EB-AB4A-11C1BDEC928F}" type="slidenum">
              <a:rPr lang="en-US" smtClean="0"/>
              <a:pPr/>
              <a:t/>
            </a:fld>
            <a:endParaRPr lang="en-US"/>
          </a:p>
        </p:txBody>
      </p:sp>
    </p:spTree>
    <p:extLst>
      <p:ext uri="{BB962C8B-B14F-4D97-AF65-F5344CB8AC3E}">
        <p14:creationId xmlns:p14="http://schemas.microsoft.com/office/powerpoint/2010/main" val="4268537826"/>
      </p:ext>
    </p:extLst>
  </p:cSld>
  <p:clrMapOvr>
    <a:masterClrMapping/>
  </p:clrMapOvr>
</p:sldLayout>
</file>

<file path=ppt/slideLayouts/slideLayout_80000003_8E531106.xml><?xml version="1.0" encoding="utf-8"?>
<p:sldLayout xmlns:a="http://schemas.openxmlformats.org/drawingml/2006/main" xmlns:r="http://schemas.openxmlformats.org/officeDocument/2006/relationships" xmlns:p="http://schemas.openxmlformats.org/presentationml/2006/main" preserve="1">
  <p:cSld name="Title with Picture 2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519980" y="457199"/>
            <a:ext cx="8833820" cy="2047889"/>
          </a:xfrm>
        </p:spPr>
        <p:txBody>
          <a:bodyPr vert="horz" lIns="91440" tIns="45720" rIns="91440" bIns="45720" rtlCol="0" anchor="t">
            <a:normAutofit/>
          </a:bodyPr>
          <a:lstStyle>
            <a:lvl1pPr>
              <a:defRPr lang="en-US" sz="8000" cap="all" baseline="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1" y="457200"/>
            <a:ext cx="1676402" cy="2046340"/>
          </a:xfrm>
        </p:spPr>
        <p:txBody>
          <a:bodyPr vert="horz" lIns="91440" tIns="45720" rIns="91440" bIns="45720" rtlCol="0" anchor="t">
            <a:normAutofit/>
          </a:bodyPr>
          <a:lstStyle>
            <a:lvl1pPr marL="0" indent="0">
              <a:lnSpc>
                <a:spcPct val="90000"/>
              </a:lnSpc>
              <a:spcBef>
                <a:spcPts val="0"/>
              </a:spcBef>
              <a:buNone/>
              <a:defRPr lang="en-US" sz="18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2877190"/>
            <a:ext cx="11734790" cy="398081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lvl1pPr>
              <a:defRPr sz="1000"/>
            </a:lvl1pPr>
          </a:lstStyle>
          <a:p>
            <a:fld id="{E898BC5D-2079-457C-BB9C-FCD76139A619}" type="datetime1">
              <a:rPr lang="en-US" smtClean="0"/>
              <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sz="1000"/>
            </a:lvl1pPr>
          </a:lstStyle>
          <a:p>
            <a:r>
              <a:rPr lang="en-US"/>
              <a:t>presentation title</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sz="1000"/>
            </a:lvl1pPr>
          </a:lstStyle>
          <a:p>
            <a:fld id="{FD550D4C-7310-48EB-AB4A-11C1BDEC928F}" type="slidenum">
              <a:rPr lang="en-US" smtClean="0"/>
              <a:pPr/>
              <a:t/>
            </a:fld>
            <a:endParaRPr lang="en-US"/>
          </a:p>
        </p:txBody>
      </p:sp>
    </p:spTree>
    <p:extLst>
      <p:ext uri="{BB962C8B-B14F-4D97-AF65-F5344CB8AC3E}">
        <p14:creationId xmlns:p14="http://schemas.microsoft.com/office/powerpoint/2010/main" val="23878085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280F8921.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122327-B068-8CAF-F31D-CAC2A5711A99}"/>
              </a:ext>
            </a:extLst>
          </p:cNvPr>
          <p:cNvSpPr/>
          <p:nvPr userDrawn="1"/>
        </p:nvSpPr>
        <p:spPr>
          <a:xfrm>
            <a:off x="11734800" y="0"/>
            <a:ext cx="457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519980" y="4362766"/>
            <a:ext cx="9037984" cy="2342834"/>
          </a:xfrm>
        </p:spPr>
        <p:txBody>
          <a:bodyPr vert="horz" lIns="91440" tIns="45720" rIns="91440" bIns="45720" rtlCol="0" anchor="b">
            <a:normAutofit/>
          </a:bodyPr>
          <a:lstStyle>
            <a:lvl1pPr>
              <a:defRPr lang="en-US" sz="8000" cap="all" baseline="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4353866"/>
            <a:ext cx="1676402" cy="2123133"/>
          </a:xfrm>
        </p:spPr>
        <p:txBody>
          <a:bodyPr vert="horz" lIns="91440" tIns="45720" rIns="91440" bIns="45720" rtlCol="0" anchor="b">
            <a:normAutofit/>
          </a:bodyPr>
          <a:lstStyle>
            <a:lvl1pPr marL="0" indent="0">
              <a:lnSpc>
                <a:spcPct val="90000"/>
              </a:lnSpc>
              <a:spcBef>
                <a:spcPts val="0"/>
              </a:spcBef>
              <a:buNone/>
              <a:defRPr lang="en-US" sz="200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11734797" cy="3981766"/>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582399" y="533401"/>
            <a:ext cx="762001" cy="457200"/>
          </a:xfrm>
        </p:spPr>
        <p:txBody>
          <a:bodyPr/>
          <a:lstStyle>
            <a:lvl1pPr>
              <a:defRPr sz="1000">
                <a:solidFill>
                  <a:schemeClr val="tx1"/>
                </a:solidFill>
                <a:effectLst/>
              </a:defRPr>
            </a:lvl1pPr>
          </a:lstStyle>
          <a:p>
            <a:fld id="{49EE2BE3-A945-455F-82E9-8DFEBE643AF8}" type="datetime1">
              <a:rPr lang="en-US" smtClean="0"/>
              <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677398" y="3200402"/>
            <a:ext cx="4572000" cy="457199"/>
          </a:xfrm>
        </p:spPr>
        <p:txBody>
          <a:bodyPr/>
          <a:lstStyle>
            <a:lvl1pPr>
              <a:defRPr sz="1000"/>
            </a:lvl1pPr>
          </a:lstStyle>
          <a:p>
            <a:r>
              <a:rPr lang="en-US"/>
              <a:t>presentation title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734800" y="5715000"/>
            <a:ext cx="457200" cy="762000"/>
          </a:xfrm>
        </p:spPr>
        <p:txBody>
          <a:bodyPr/>
          <a:lstStyle>
            <a:lvl1pPr>
              <a:defRPr sz="1000"/>
            </a:lvl1pPr>
          </a:lstStyle>
          <a:p>
            <a:fld id="{FD550D4C-7310-48EB-AB4A-11C1BDEC928F}" type="slidenum">
              <a:rPr lang="en-US" smtClean="0"/>
              <a:pPr/>
              <a:t/>
            </a:fld>
            <a:endParaRPr lang="en-US"/>
          </a:p>
        </p:txBody>
      </p:sp>
    </p:spTree>
    <p:extLst>
      <p:ext uri="{BB962C8B-B14F-4D97-AF65-F5344CB8AC3E}">
        <p14:creationId xmlns:p14="http://schemas.microsoft.com/office/powerpoint/2010/main" val="6721067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DC64CF0D.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03033" y="1748476"/>
            <a:ext cx="7331768" cy="4957124"/>
          </a:xfrm>
        </p:spPr>
        <p:txBody>
          <a:bodyPr vert="horz" lIns="91440" tIns="45720" rIns="91440" bIns="45720" rtlCol="0" anchor="b">
            <a:normAutofit/>
          </a:bodyPr>
          <a:lstStyle>
            <a:lvl1pPr>
              <a:defRPr lang="en-US" sz="8000" cap="all" baseline="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403033" y="457200"/>
            <a:ext cx="7331767" cy="924559"/>
          </a:xfrm>
        </p:spPr>
        <p:txBody>
          <a:bodyPr vert="horz" lIns="91440" tIns="45720" rIns="91440" bIns="45720" rtlCol="0" anchor="t">
            <a:normAutofit/>
          </a:bodyPr>
          <a:lstStyle>
            <a:lvl1pPr marL="0" indent="0">
              <a:lnSpc>
                <a:spcPct val="90000"/>
              </a:lnSpc>
              <a:spcBef>
                <a:spcPts val="0"/>
              </a:spcBef>
              <a:buNone/>
              <a:defRPr lang="en-US" sz="18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flipH="1">
            <a:off x="-152400" y="533401"/>
            <a:ext cx="762003" cy="457201"/>
          </a:xfrm>
        </p:spPr>
        <p:txBody>
          <a:bodyPr/>
          <a:lstStyle>
            <a:lvl1pPr algn="r">
              <a:defRPr>
                <a:solidFill>
                  <a:schemeClr val="tx1"/>
                </a:solidFill>
                <a:effectLst/>
              </a:defRPr>
            </a:lvl1pPr>
          </a:lstStyle>
          <a:p>
            <a:pPr algn="r"/>
            <a:fld id="{BD3666C8-D40B-426C-BEEC-C59EAEEB899A}" type="datetime1">
              <a:rPr lang="en-US" smtClean="0"/>
              <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16200000" flipH="1">
            <a:off x="-2057396" y="3200400"/>
            <a:ext cx="4571995" cy="457201"/>
          </a:xfrm>
        </p:spPr>
        <p:txBody>
          <a:bodyPr/>
          <a:lstStyle/>
          <a:p>
            <a:r>
              <a:rPr lang="en-US"/>
              <a:t>presentation title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 y="5714997"/>
            <a:ext cx="457200" cy="762004"/>
          </a:xfrm>
        </p:spPr>
        <p:txBody>
          <a:bodyPr/>
          <a:lstStyle/>
          <a:p>
            <a:fld id="{FD550D4C-7310-48EB-AB4A-11C1BDEC928F}" type="slidenum">
              <a:rPr lang="en-US" smtClean="0"/>
              <a:t/>
            </a:fld>
            <a:endParaRPr lang="en-US"/>
          </a:p>
        </p:txBody>
      </p:sp>
      <p:sp>
        <p:nvSpPr>
          <p:cNvPr id="31" name="Picture Placeholder 10">
            <a:extLst>
              <a:ext uri="{FF2B5EF4-FFF2-40B4-BE49-F238E27FC236}">
                <a16:creationId xmlns:a16="http://schemas.microsoft.com/office/drawing/2014/main" id="{A3E06F9B-3779-9320-0F5D-564FC64FF95E}"/>
              </a:ext>
            </a:extLst>
          </p:cNvPr>
          <p:cNvSpPr>
            <a:spLocks noGrp="1"/>
          </p:cNvSpPr>
          <p:nvPr>
            <p:ph type="pic" sz="quarter" idx="14" hasCustomPrompt="1"/>
          </p:nvPr>
        </p:nvSpPr>
        <p:spPr>
          <a:xfrm>
            <a:off x="457206" y="17927"/>
            <a:ext cx="3562346" cy="6840073"/>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6975941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CB23283E.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27AE459-CBAC-85F5-9CB4-35C0E2932FEE}"/>
              </a:ext>
            </a:extLst>
          </p:cNvPr>
          <p:cNvSpPr/>
          <p:nvPr userDrawn="1"/>
        </p:nvSpPr>
        <p:spPr>
          <a:xfrm>
            <a:off x="11734800" y="0"/>
            <a:ext cx="457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1B9A0CF7-5D6B-6408-445C-2FEED9E90F6E}"/>
              </a:ext>
            </a:extLst>
          </p:cNvPr>
          <p:cNvSpPr>
            <a:spLocks noGrp="1"/>
          </p:cNvSpPr>
          <p:nvPr>
            <p:ph type="title"/>
          </p:nvPr>
        </p:nvSpPr>
        <p:spPr>
          <a:xfrm>
            <a:off x="457200" y="1828804"/>
            <a:ext cx="11125200" cy="4876796"/>
          </a:xfrm>
        </p:spPr>
        <p:txBody>
          <a:bodyPr anchor="b"/>
          <a:lstStyle>
            <a:lvl1pPr>
              <a:defRPr sz="8000" cap="all" baseline="0"/>
            </a:lvl1pPr>
          </a:lstStyle>
          <a:p>
            <a:r>
              <a:rPr lang="en-US"/>
              <a:t>Click to edit Master title style</a:t>
            </a:r>
          </a:p>
        </p:txBody>
      </p:sp>
      <p:sp>
        <p:nvSpPr>
          <p:cNvPr id="11" name="Subtitle 2">
            <a:extLst>
              <a:ext uri="{FF2B5EF4-FFF2-40B4-BE49-F238E27FC236}">
                <a16:creationId xmlns:a16="http://schemas.microsoft.com/office/drawing/2014/main" id="{66FE4166-EB23-990B-FD89-3A8EE01CF78B}"/>
              </a:ext>
            </a:extLst>
          </p:cNvPr>
          <p:cNvSpPr>
            <a:spLocks noGrp="1"/>
          </p:cNvSpPr>
          <p:nvPr>
            <p:ph type="subTitle" idx="1"/>
          </p:nvPr>
        </p:nvSpPr>
        <p:spPr>
          <a:xfrm>
            <a:off x="457200" y="457199"/>
            <a:ext cx="5638800" cy="1066801"/>
          </a:xfrm>
        </p:spPr>
        <p:txBody>
          <a:bodyPr vert="horz" lIns="91440" tIns="45720" rIns="91440" bIns="45720" rtlCol="0" anchor="t">
            <a:normAutofit/>
          </a:bodyPr>
          <a:lstStyle>
            <a:lvl1pPr marL="0" indent="0">
              <a:lnSpc>
                <a:spcPct val="120000"/>
              </a:lnSpc>
              <a:spcBef>
                <a:spcPts val="0"/>
              </a:spcBef>
              <a:buNone/>
              <a:defRPr lang="en-US" sz="18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5D920C-4D31-4F58-A59C-9B28DE511B3C}" type="datetime1">
              <a:rPr lang="en-US" smtClean="0"/>
              <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presentation title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34080789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CFCC3BBA.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44EAFED5-A634-0649-4688-2546B0B17D5D}"/>
              </a:ext>
            </a:extLst>
          </p:cNvPr>
          <p:cNvSpPr/>
          <p:nvPr userDrawn="1"/>
        </p:nvSpPr>
        <p:spPr>
          <a:xfrm>
            <a:off x="11734800" y="0"/>
            <a:ext cx="457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519979" y="457200"/>
            <a:ext cx="8095009" cy="6248400"/>
          </a:xfrm>
        </p:spPr>
        <p:txBody>
          <a:bodyPr vert="horz" lIns="91440" tIns="45720" rIns="91440" bIns="45720" rtlCol="0" anchor="b">
            <a:normAutofit/>
          </a:bodyPr>
          <a:lstStyle>
            <a:lvl1pPr>
              <a:defRPr lang="en-US" sz="8000" cap="all" baseline="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81585" y="457200"/>
            <a:ext cx="1652011" cy="2971800"/>
          </a:xfrm>
        </p:spPr>
        <p:txBody>
          <a:bodyPr vert="horz" lIns="91440" tIns="45720" rIns="91440" bIns="45720" rtlCol="0" anchor="t">
            <a:normAutofit/>
          </a:bodyPr>
          <a:lstStyle>
            <a:lvl1pPr marL="0" indent="0">
              <a:lnSpc>
                <a:spcPct val="90000"/>
              </a:lnSpc>
              <a:spcBef>
                <a:spcPts val="0"/>
              </a:spcBef>
              <a:buNone/>
              <a:defRPr lang="en-US" sz="1800" dirty="0">
                <a:solidFill>
                  <a:schemeClr val="tx2"/>
                </a:solidFill>
              </a:defRPr>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582396" y="533401"/>
            <a:ext cx="762003" cy="457199"/>
          </a:xfrm>
        </p:spPr>
        <p:txBody>
          <a:bodyPr/>
          <a:lstStyle/>
          <a:p>
            <a:fld id="{9823761F-87BD-468A-A757-01F93552E7B4}" type="datetime1">
              <a:rPr lang="en-US" smtClean="0"/>
              <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677401" y="3200402"/>
            <a:ext cx="4571993" cy="457197"/>
          </a:xfrm>
        </p:spPr>
        <p:txBody>
          <a:bodyPr/>
          <a:lstStyle/>
          <a:p>
            <a:r>
              <a:rPr lang="en-US"/>
              <a:t>presentation title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34862683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AAC011F3.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8B657F5-5CBE-CD42-3A44-E52AE500A2B1}"/>
              </a:ext>
            </a:extLst>
          </p:cNvPr>
          <p:cNvSpPr>
            <a:spLocks noGrp="1"/>
          </p:cNvSpPr>
          <p:nvPr>
            <p:ph type="title"/>
          </p:nvPr>
        </p:nvSpPr>
        <p:spPr>
          <a:xfrm>
            <a:off x="3462957" y="457200"/>
            <a:ext cx="7152032" cy="6248400"/>
          </a:xfrm>
        </p:spPr>
        <p:txBody>
          <a:bodyPr/>
          <a:lstStyle>
            <a:lvl1pPr>
              <a:defRPr sz="8000" cap="all" baseline="0"/>
            </a:lvl1pPr>
          </a:lstStyle>
          <a:p>
            <a:r>
              <a:rPr lang="en-US"/>
              <a:t>Click to edit Master title style</a:t>
            </a:r>
          </a:p>
        </p:txBody>
      </p:sp>
      <p:sp>
        <p:nvSpPr>
          <p:cNvPr id="8" name="Subtitle 2">
            <a:extLst>
              <a:ext uri="{FF2B5EF4-FFF2-40B4-BE49-F238E27FC236}">
                <a16:creationId xmlns:a16="http://schemas.microsoft.com/office/drawing/2014/main" id="{51CCC999-2EBE-17FE-9A53-D473997BDE93}"/>
              </a:ext>
            </a:extLst>
          </p:cNvPr>
          <p:cNvSpPr>
            <a:spLocks noGrp="1"/>
          </p:cNvSpPr>
          <p:nvPr>
            <p:ph type="subTitle" idx="1"/>
          </p:nvPr>
        </p:nvSpPr>
        <p:spPr>
          <a:xfrm>
            <a:off x="457200" y="457199"/>
            <a:ext cx="2624328" cy="2980944"/>
          </a:xfrm>
        </p:spPr>
        <p:txBody>
          <a:bodyPr vert="horz" lIns="91440" tIns="45720" rIns="91440" bIns="45720" rtlCol="0" anchor="t">
            <a:normAutofit/>
          </a:bodyPr>
          <a:lstStyle>
            <a:lvl1pPr marL="0" indent="0">
              <a:lnSpc>
                <a:spcPct val="90000"/>
              </a:lnSpc>
              <a:spcBef>
                <a:spcPts val="0"/>
              </a:spcBef>
              <a:buNone/>
              <a:defRPr lang="en-US" sz="1800" baseline="0" dirty="0">
                <a:latin typeface="+mj-lt"/>
              </a:defRPr>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9FDA64-300B-4571-B7D2-FF9F1667DFF1}" type="datetime1">
              <a:rPr lang="en-US" smtClean="0"/>
              <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presentation title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28647142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D453938E.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0846C1A-A0D8-5731-7296-105EBCB21982}"/>
              </a:ext>
            </a:extLst>
          </p:cNvPr>
          <p:cNvSpPr/>
          <p:nvPr userDrawn="1"/>
        </p:nvSpPr>
        <p:spPr>
          <a:xfrm>
            <a:off x="11734800" y="0"/>
            <a:ext cx="457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200" y="457201"/>
            <a:ext cx="11125200" cy="6248399"/>
          </a:xfrm>
        </p:spPr>
        <p:txBody>
          <a:bodyPr vert="horz" lIns="91440" tIns="45720" rIns="91440" bIns="45720" rtlCol="0" anchor="t">
            <a:normAutofit/>
          </a:bodyPr>
          <a:lstStyle>
            <a:lvl1pPr>
              <a:defRPr lang="en-US" sz="8000" cap="all" baseline="0" dirty="0">
                <a:solidFill>
                  <a:schemeClr val="bg2"/>
                </a:solidFill>
              </a:defRPr>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582400" y="533401"/>
            <a:ext cx="762002" cy="457203"/>
          </a:xfrm>
        </p:spPr>
        <p:txBody>
          <a:bodyPr/>
          <a:lstStyle>
            <a:lvl1pPr>
              <a:defRPr>
                <a:solidFill>
                  <a:schemeClr val="bg2"/>
                </a:solidFill>
              </a:defRPr>
            </a:lvl1pPr>
          </a:lstStyle>
          <a:p>
            <a:fld id="{45BDB207-77AB-4C63-A789-2406582489A2}" type="datetime1">
              <a:rPr lang="en-US" smtClean="0"/>
              <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677399" y="3200402"/>
            <a:ext cx="4571996" cy="457199"/>
          </a:xfrm>
        </p:spPr>
        <p:txBody>
          <a:bodyPr/>
          <a:lstStyle>
            <a:lvl1pPr>
              <a:defRPr>
                <a:solidFill>
                  <a:schemeClr val="bg2"/>
                </a:solidFill>
              </a:defRPr>
            </a:lvl1pPr>
          </a:lstStyle>
          <a:p>
            <a:r>
              <a:rPr lang="en-US">
                <a:solidFill>
                  <a:schemeClr val="bg2"/>
                </a:solidFill>
              </a:rPr>
              <a:t>presentation title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734800" y="5715000"/>
            <a:ext cx="457200" cy="762000"/>
          </a:xfrm>
        </p:spPr>
        <p:txBody>
          <a:bodyPr/>
          <a:lstStyle>
            <a:lvl1pPr>
              <a:defRPr>
                <a:solidFill>
                  <a:schemeClr val="bg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35622470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3E4FBA7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5410201" cy="6019800"/>
          </a:xfrm>
        </p:spPr>
        <p:txBody>
          <a:bodyPr anchor="t">
            <a:normAutofit/>
          </a:bodyPr>
          <a:lstStyle>
            <a:lvl1pPr>
              <a:defRPr sz="72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24600" y="457200"/>
            <a:ext cx="5257799" cy="6019800"/>
          </a:xfrm>
        </p:spPr>
        <p:txBody>
          <a:bodyPr anchor="b">
            <a:normAutofit/>
          </a:bodyPr>
          <a:lstStyle>
            <a:lvl1pPr marL="457200" indent="-457200">
              <a:buFont typeface="+mj-lt"/>
              <a:buAutoNum type="arabicPeriod"/>
              <a:defRPr sz="1800"/>
            </a:lvl1pPr>
            <a:lvl2pPr marL="685800" indent="-457200">
              <a:buFont typeface="+mj-lt"/>
              <a:buAutoNum type="alphaLcPeriod"/>
              <a:defRPr sz="1600"/>
            </a:lvl2pPr>
            <a:lvl3pPr marL="800100" indent="-342900">
              <a:buFont typeface="+mj-lt"/>
              <a:buAutoNum type="romanLcPeriod"/>
              <a:defRPr sz="1400"/>
            </a:lvl3pPr>
            <a:lvl4pPr marL="1028700" indent="-342900">
              <a:buFont typeface="+mj-lt"/>
              <a:buAutoNum type="arabicParenR"/>
              <a:defRPr sz="1400"/>
            </a:lvl4pPr>
            <a:lvl5pPr marL="1257300" indent="-342900">
              <a:buFont typeface="+mj-lt"/>
              <a:buAutoNum type="alphaLcParen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0F5B8C76-DEC3-4508-BF83-96882AD10126}" type="datetime1">
              <a:rPr lang="en-US" smtClean="0"/>
              <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1045412471"/>
      </p:ext>
    </p:extLst>
  </p:cSld>
  <p:clrMapOvr>
    <a:masterClrMapping/>
  </p:clrMapOvr>
</p:sldLayout>
</file>

<file path=ppt/slideLayouts/slideLayout_80000019_427AC6E8.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5410201" cy="6248400"/>
          </a:xfrm>
        </p:spPr>
        <p:txBody>
          <a:bodyPr anchor="b">
            <a:normAutofit/>
          </a:bodyPr>
          <a:lstStyle>
            <a:lvl1pPr>
              <a:defRPr sz="72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24600" y="457200"/>
            <a:ext cx="5257799" cy="6019800"/>
          </a:xfrm>
        </p:spPr>
        <p:txBody>
          <a:bodyPr anchor="t">
            <a:normAutofit/>
          </a:bodyPr>
          <a:lstStyle>
            <a:lvl1pPr marL="457200" indent="-457200">
              <a:buFont typeface="+mj-lt"/>
              <a:buAutoNum type="arabicPeriod"/>
              <a:defRPr sz="1800"/>
            </a:lvl1pPr>
            <a:lvl2pPr marL="685800" indent="-457200">
              <a:buFont typeface="+mj-lt"/>
              <a:buAutoNum type="alphaLcPeriod"/>
              <a:defRPr sz="1600"/>
            </a:lvl2pPr>
            <a:lvl3pPr marL="800100" indent="-342900">
              <a:buFont typeface="+mj-lt"/>
              <a:buAutoNum type="romanLcPeriod"/>
              <a:defRPr sz="1400"/>
            </a:lvl3pPr>
            <a:lvl4pPr marL="1028700" indent="-342900">
              <a:buFont typeface="+mj-lt"/>
              <a:buAutoNum type="arabicParenR"/>
              <a:defRPr sz="1400"/>
            </a:lvl4pPr>
            <a:lvl5pPr marL="1257300" indent="-342900">
              <a:buFont typeface="+mj-lt"/>
              <a:buAutoNum type="alphaLcParen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D22E3FA-4F20-413C-B6B6-F2D556C9EA67}" type="datetime1">
              <a:rPr lang="en-US" smtClean="0"/>
              <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1115342568"/>
      </p:ext>
    </p:extLst>
  </p:cSld>
  <p:clrMapOvr>
    <a:masterClrMapping/>
  </p:clrMapOvr>
</p:sldLayout>
</file>

<file path=ppt/slideLayouts/slideLayout_80000020_B5F1402D.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1" y="457200"/>
            <a:ext cx="3005751" cy="5400042"/>
          </a:xfrm>
        </p:spPr>
        <p:txBody>
          <a:bodyPr anchor="t">
            <a:norm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05936" y="1748475"/>
            <a:ext cx="7170367" cy="472852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73807280-6F24-441B-95FE-DD6B4B3EA0D8}"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3052486701"/>
      </p:ext>
    </p:extLst>
  </p:cSld>
  <p:clrMapOvr>
    <a:masterClrMapping/>
  </p:clrMapOvr>
</p:sldLayout>
</file>

<file path=ppt/slideLayouts/slideLayout_80000021_653545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0"/>
            <a:ext cx="3005752" cy="2971800"/>
          </a:xfrm>
        </p:spPr>
        <p:txBody>
          <a:bodyPr anchor="t">
            <a:norm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019552" y="457199"/>
            <a:ext cx="7556751" cy="6019801"/>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6FB4A2A5-29C2-4404-B26A-D9962C9315AD}"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1697989911"/>
      </p:ext>
    </p:extLst>
  </p:cSld>
  <p:clrMapOvr>
    <a:masterClrMapping/>
  </p:clrMapOvr>
</p:sldLayout>
</file>

<file path=ppt/slideLayouts/slideLayout_80000022_C96E6E55.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05497" y="457201"/>
            <a:ext cx="5829303" cy="1291274"/>
          </a:xfrm>
        </p:spPr>
        <p:txBody>
          <a:bodyPr anchor="t"/>
          <a:lstStyle>
            <a:lvl1pPr>
              <a:defRPr sz="4000"/>
            </a:lvl1pPr>
          </a:lstStyle>
          <a:p>
            <a:r>
              <a:rPr lang="en-US"/>
              <a:t>Click to edit Master title style</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rot="16200000">
            <a:off x="-152395" y="533400"/>
            <a:ext cx="762000" cy="457199"/>
          </a:xfrm>
        </p:spPr>
        <p:txBody>
          <a:bodyPr/>
          <a:lstStyle>
            <a:lvl1pPr algn="r">
              <a:defRPr/>
            </a:lvl1pPr>
          </a:lstStyle>
          <a:p>
            <a:pPr algn="r"/>
            <a:fld id="{B57D6C2C-EAE9-4597-98A9-4D8CFECDCA68}" type="datetime1">
              <a:rPr lang="en-US" smtClean="0"/>
              <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rot="16200000">
            <a:off x="-2057398" y="3200400"/>
            <a:ext cx="4572002" cy="457201"/>
          </a:xfrm>
        </p:spPr>
        <p:txBody>
          <a:bodyPr/>
          <a:lstStyle/>
          <a:p>
            <a:r>
              <a:rPr lang="en-US"/>
              <a:t>presentation title</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0" y="5715000"/>
            <a:ext cx="457200" cy="762000"/>
          </a:xfrm>
        </p:spPr>
        <p:txBody>
          <a:bodyPr/>
          <a:lstStyle/>
          <a:p>
            <a:fld id="{FD550D4C-7310-48EB-AB4A-11C1BDEC928F}" type="slidenum">
              <a:rPr lang="en-US" smtClean="0"/>
              <a:t/>
            </a:fld>
            <a:endParaRPr lang="en-US"/>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457200" y="1"/>
            <a:ext cx="4891710"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905502" y="2129474"/>
            <a:ext cx="5829298" cy="4347526"/>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79457621"/>
      </p:ext>
    </p:extLst>
  </p:cSld>
  <p:clrMapOvr>
    <a:masterClrMapping/>
  </p:clrMapOvr>
</p:sldLayout>
</file>

<file path=ppt/slideLayouts/slideLayout_80000023_7F296684.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7226" y="457199"/>
            <a:ext cx="5809274" cy="1300175"/>
          </a:xfrm>
        </p:spPr>
        <p:txBody>
          <a:bodyPr anchor="t"/>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77225" y="2129474"/>
            <a:ext cx="5790984" cy="434752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Picture Placeholder 13">
            <a:extLst>
              <a:ext uri="{FF2B5EF4-FFF2-40B4-BE49-F238E27FC236}">
                <a16:creationId xmlns:a16="http://schemas.microsoft.com/office/drawing/2014/main" id="{8C54ADA6-1052-2AF1-E715-B0550F52FCC8}"/>
              </a:ext>
            </a:extLst>
          </p:cNvPr>
          <p:cNvSpPr>
            <a:spLocks noGrp="1"/>
          </p:cNvSpPr>
          <p:nvPr>
            <p:ph type="pic" sz="quarter" idx="13" hasCustomPrompt="1"/>
          </p:nvPr>
        </p:nvSpPr>
        <p:spPr>
          <a:xfrm>
            <a:off x="6837714" y="0"/>
            <a:ext cx="4877061"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rot="5400000" flipH="1">
            <a:off x="11582398" y="533401"/>
            <a:ext cx="762000" cy="457197"/>
          </a:xfrm>
        </p:spPr>
        <p:txBody>
          <a:bodyPr/>
          <a:lstStyle/>
          <a:p>
            <a:fld id="{C55FAF09-74B3-4DE2-9B53-BE94A6F99D42}" type="datetime1">
              <a:rPr lang="en-US" smtClean="0"/>
              <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rot="5400000">
            <a:off x="9677397" y="3200401"/>
            <a:ext cx="4572000" cy="457199"/>
          </a:xfrm>
        </p:spPr>
        <p:txBody>
          <a:bodyPr/>
          <a:lstStyle/>
          <a:p>
            <a:r>
              <a:rPr lang="en-US"/>
              <a:t>presentation title</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734800" y="5715000"/>
            <a:ext cx="457199" cy="762000"/>
          </a:xfrm>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2133419652"/>
      </p:ext>
    </p:extLst>
  </p:cSld>
  <p:clrMapOvr>
    <a:masterClrMapping/>
  </p:clrMapOvr>
</p:sldLayout>
</file>

<file path=ppt/slideLayouts/slideLayout_80000024_1FDB8F32.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6" y="457200"/>
            <a:ext cx="6772273" cy="919173"/>
          </a:xfrm>
        </p:spPr>
        <p:txBody>
          <a:bodyPr anchor="t"/>
          <a:lstStyle>
            <a:lvl1pPr>
              <a:defRPr sz="4000"/>
            </a:lvl1pPr>
          </a:lstStyle>
          <a:p>
            <a:r>
              <a:rPr lang="en-US"/>
              <a:t>Click to edit Master title style</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152398" y="533398"/>
            <a:ext cx="761999" cy="457201"/>
          </a:xfrm>
        </p:spPr>
        <p:txBody>
          <a:bodyPr/>
          <a:lstStyle>
            <a:lvl1pPr algn="r">
              <a:defRPr/>
            </a:lvl1pPr>
          </a:lstStyle>
          <a:p>
            <a:pPr algn="r"/>
            <a:fld id="{B119A40C-A331-4C31-893E-1F24AE2CD9EC}" type="datetime1">
              <a:rPr lang="en-US" smtClean="0"/>
              <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rot="16200000">
            <a:off x="-2057397" y="3200401"/>
            <a:ext cx="4572004" cy="457199"/>
          </a:xfrm>
        </p:spPr>
        <p:txBody>
          <a:bodyPr/>
          <a:lstStyle/>
          <a:p>
            <a:r>
              <a:rPr lang="en-US"/>
              <a:t>presentation title</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 y="5715000"/>
            <a:ext cx="457198" cy="761999"/>
          </a:xfrm>
        </p:spPr>
        <p:txBody>
          <a:bodyPr/>
          <a:lstStyle/>
          <a:p>
            <a:fld id="{FD550D4C-7310-48EB-AB4A-11C1BDEC928F}"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199" y="1"/>
            <a:ext cx="3948735"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7" y="1757372"/>
            <a:ext cx="6772272" cy="4719628"/>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4482738"/>
      </p:ext>
    </p:extLst>
  </p:cSld>
  <p:clrMapOvr>
    <a:masterClrMapping/>
  </p:clrMapOvr>
</p:sldLayout>
</file>

<file path=ppt/slideLayouts/slideLayout_80000025_37277A1B.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9466" y="457200"/>
            <a:ext cx="6760011" cy="931673"/>
          </a:xfrm>
        </p:spPr>
        <p:txBody>
          <a:bodyPr anchor="t"/>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69466" y="1748474"/>
            <a:ext cx="6760011" cy="4728526"/>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Picture Placeholder 10">
            <a:extLst>
              <a:ext uri="{FF2B5EF4-FFF2-40B4-BE49-F238E27FC236}">
                <a16:creationId xmlns:a16="http://schemas.microsoft.com/office/drawing/2014/main" id="{57612001-C719-7740-BD34-22836F090C6D}"/>
              </a:ext>
            </a:extLst>
          </p:cNvPr>
          <p:cNvSpPr>
            <a:spLocks noGrp="1"/>
          </p:cNvSpPr>
          <p:nvPr>
            <p:ph type="pic" sz="quarter" idx="13" hasCustomPrompt="1"/>
          </p:nvPr>
        </p:nvSpPr>
        <p:spPr>
          <a:xfrm>
            <a:off x="7795212" y="0"/>
            <a:ext cx="3927322"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rot="5400000">
            <a:off x="11582397" y="533402"/>
            <a:ext cx="762002" cy="457199"/>
          </a:xfrm>
        </p:spPr>
        <p:txBody>
          <a:bodyPr/>
          <a:lstStyle/>
          <a:p>
            <a:fld id="{2A825E37-7116-463D-A94C-9DD1CFD1B3E6}" type="datetime1">
              <a:rPr lang="en-US" smtClean="0"/>
              <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5400000">
            <a:off x="9677401" y="3200403"/>
            <a:ext cx="4571995" cy="457198"/>
          </a:xfrm>
        </p:spPr>
        <p:txBody>
          <a:bodyPr/>
          <a:lstStyle/>
          <a:p>
            <a:r>
              <a:rPr lang="en-US"/>
              <a:t>presentation title</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734800" y="5715000"/>
            <a:ext cx="457200" cy="762000"/>
          </a:xfrm>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925334043"/>
      </p:ext>
    </p:extLst>
  </p:cSld>
  <p:clrMapOvr>
    <a:masterClrMapping/>
  </p:clrMapOvr>
</p:sldLayout>
</file>

<file path=ppt/slideLayouts/slideLayout_80000026_6053F779.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43095" y="457201"/>
            <a:ext cx="4891705" cy="1291274"/>
          </a:xfrm>
        </p:spPr>
        <p:txBody>
          <a:bodyPr anchor="t">
            <a:normAutofit/>
          </a:bodyPr>
          <a:lstStyle>
            <a:lvl1pPr>
              <a:defRPr sz="40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52399" y="533400"/>
            <a:ext cx="762000" cy="457200"/>
          </a:xfrm>
        </p:spPr>
        <p:txBody>
          <a:bodyPr/>
          <a:lstStyle>
            <a:lvl1pPr algn="r">
              <a:defRPr>
                <a:solidFill>
                  <a:schemeClr val="tx1"/>
                </a:solidFill>
                <a:effectLst/>
              </a:defRPr>
            </a:lvl1pPr>
          </a:lstStyle>
          <a:p>
            <a:pPr algn="r"/>
            <a:fld id="{B689B9F6-60CA-4432-956D-34059F071AE2}"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57401" y="3200401"/>
            <a:ext cx="4572003" cy="457200"/>
          </a:xfrm>
        </p:spPr>
        <p:txBody>
          <a:bodyPr/>
          <a:lstStyle/>
          <a:p>
            <a:r>
              <a:rPr lang="en-US"/>
              <a:t>presentation title</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0" y="5715000"/>
            <a:ext cx="457200" cy="761999"/>
          </a:xfrm>
        </p:spPr>
        <p:txBody>
          <a:bodyPr/>
          <a:lstStyle/>
          <a:p>
            <a:fld id="{FD550D4C-7310-48EB-AB4A-11C1BDEC928F}"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200" y="0"/>
            <a:ext cx="5829303"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43095" y="2129475"/>
            <a:ext cx="4891704" cy="434752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6115577"/>
      </p:ext>
    </p:extLst>
  </p:cSld>
  <p:clrMapOvr>
    <a:masterClrMapping/>
  </p:clrMapOvr>
</p:sldLayout>
</file>

<file path=ppt/slideLayouts/slideLayout_80000027_7B5ABE38.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891707" cy="1291275"/>
          </a:xfrm>
        </p:spPr>
        <p:txBody>
          <a:bodyPr anchor="t">
            <a:norm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199" y="2129475"/>
            <a:ext cx="4891707" cy="434752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2" name="Picture Placeholder 10">
            <a:extLst>
              <a:ext uri="{FF2B5EF4-FFF2-40B4-BE49-F238E27FC236}">
                <a16:creationId xmlns:a16="http://schemas.microsoft.com/office/drawing/2014/main" id="{1E110F8F-6B01-934D-4DD9-5938C9BCF5CA}"/>
              </a:ext>
            </a:extLst>
          </p:cNvPr>
          <p:cNvSpPr>
            <a:spLocks noGrp="1"/>
          </p:cNvSpPr>
          <p:nvPr>
            <p:ph type="pic" sz="quarter" idx="15" hasCustomPrompt="1"/>
          </p:nvPr>
        </p:nvSpPr>
        <p:spPr>
          <a:xfrm>
            <a:off x="5905501" y="0"/>
            <a:ext cx="5829299"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582396" y="533402"/>
            <a:ext cx="762002" cy="457199"/>
          </a:xfrm>
        </p:spPr>
        <p:txBody>
          <a:bodyPr/>
          <a:lstStyle/>
          <a:p>
            <a:fld id="{34046E7B-AF95-4BD7-A8B8-F1DE28BB0270}"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5400000">
            <a:off x="9677400" y="3200402"/>
            <a:ext cx="4571999" cy="457202"/>
          </a:xfrm>
        </p:spPr>
        <p:txBody>
          <a:bodyPr/>
          <a:lstStyle>
            <a:lvl1pPr>
              <a:defRPr>
                <a:solidFill>
                  <a:schemeClr val="tx1"/>
                </a:solidFill>
                <a:effectLst/>
              </a:defRPr>
            </a:lvl1pPr>
          </a:lstStyle>
          <a:p>
            <a:r>
              <a:rPr lang="en-US"/>
              <a:t>presentation title</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734801" y="5715000"/>
            <a:ext cx="457198" cy="762000"/>
          </a:xfrm>
        </p:spPr>
        <p:txBody>
          <a:bodyPr/>
          <a:lstStyle>
            <a:lvl1pPr>
              <a:defRPr>
                <a:solidFill>
                  <a:schemeClr val="tx1"/>
                </a:solidFill>
                <a:effectLst/>
              </a:defRPr>
            </a:lvl1pPr>
          </a:lstStyle>
          <a:p>
            <a:fld id="{FD550D4C-7310-48EB-AB4A-11C1BDEC928F}" type="slidenum">
              <a:rPr lang="en-US" smtClean="0"/>
              <a:t/>
            </a:fld>
            <a:endParaRPr lang="en-US"/>
          </a:p>
        </p:txBody>
      </p:sp>
    </p:spTree>
    <p:extLst>
      <p:ext uri="{BB962C8B-B14F-4D97-AF65-F5344CB8AC3E}">
        <p14:creationId xmlns:p14="http://schemas.microsoft.com/office/powerpoint/2010/main" val="2069544504"/>
      </p:ext>
    </p:extLst>
  </p:cSld>
  <p:clrMapOvr>
    <a:masterClrMapping/>
  </p:clrMapOvr>
</p:sldLayout>
</file>

<file path=ppt/slideLayouts/slideLayout_80000028_632BE79F.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2" y="457200"/>
            <a:ext cx="3562347" cy="1672275"/>
          </a:xfrm>
        </p:spPr>
        <p:txBody>
          <a:bodyPr anchor="t">
            <a:normAutofit/>
          </a:bodyPr>
          <a:lstStyle>
            <a:lvl1pPr>
              <a:defRPr sz="4000"/>
            </a:lvl1pPr>
          </a:lstStyle>
          <a:p>
            <a:r>
              <a:rPr lang="en-US"/>
              <a:t>Click to edit Master title style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rot="16200000">
            <a:off x="-152394" y="533400"/>
            <a:ext cx="762000" cy="457199"/>
          </a:xfrm>
        </p:spPr>
        <p:txBody>
          <a:bodyPr/>
          <a:lstStyle>
            <a:lvl1pPr algn="r">
              <a:defRPr/>
            </a:lvl1pPr>
          </a:lstStyle>
          <a:p>
            <a:pPr algn="r"/>
            <a:fld id="{BBE3936B-4467-468E-8056-BED04C7B99E9}" type="datetime1">
              <a:rPr lang="en-US" smtClean="0"/>
              <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rot="16200000">
            <a:off x="-2057399" y="3200400"/>
            <a:ext cx="4572000" cy="457200"/>
          </a:xfrm>
        </p:spPr>
        <p:txBody>
          <a:bodyPr/>
          <a:lstStyle/>
          <a:p>
            <a:r>
              <a:rPr lang="en-US"/>
              <a:t>presentation title</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 y="5715000"/>
            <a:ext cx="457200" cy="762000"/>
          </a:xfrm>
        </p:spPr>
        <p:txBody>
          <a:bodyPr/>
          <a:lstStyle/>
          <a:p>
            <a:fld id="{FD550D4C-7310-48EB-AB4A-11C1BDEC928F}"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200" y="0"/>
            <a:ext cx="7324982"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72453" y="2496190"/>
            <a:ext cx="3562347" cy="398081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3821727"/>
      </p:ext>
    </p:extLst>
  </p:cSld>
  <p:clrMapOvr>
    <a:masterClrMapping/>
  </p:clrMapOvr>
</p:sldLayout>
</file>

<file path=ppt/slideLayouts/slideLayout_80000029_5E96E36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562347" cy="1665933"/>
          </a:xfrm>
        </p:spPr>
        <p:txBody>
          <a:bodyPr anchor="t">
            <a:norm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95234"/>
            <a:ext cx="3562347" cy="3981766"/>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Picture Placeholder 10">
            <a:extLst>
              <a:ext uri="{FF2B5EF4-FFF2-40B4-BE49-F238E27FC236}">
                <a16:creationId xmlns:a16="http://schemas.microsoft.com/office/drawing/2014/main" id="{00B15051-8E91-B317-0114-A43F9C6DF6FB}"/>
              </a:ext>
            </a:extLst>
          </p:cNvPr>
          <p:cNvSpPr>
            <a:spLocks noGrp="1"/>
          </p:cNvSpPr>
          <p:nvPr>
            <p:ph type="pic" sz="quarter" idx="13" hasCustomPrompt="1"/>
          </p:nvPr>
        </p:nvSpPr>
        <p:spPr>
          <a:xfrm>
            <a:off x="4405931" y="0"/>
            <a:ext cx="7324982"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rot="5400000">
            <a:off x="11582398" y="533401"/>
            <a:ext cx="762002" cy="457201"/>
          </a:xfrm>
        </p:spPr>
        <p:txBody>
          <a:bodyPr/>
          <a:lstStyle/>
          <a:p>
            <a:fld id="{10145D58-2391-488D-BF4E-FF07BAD5085B}" type="datetime1">
              <a:rPr lang="en-US" smtClean="0"/>
              <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rot="5400000">
            <a:off x="9677398" y="3200403"/>
            <a:ext cx="4572000" cy="457199"/>
          </a:xfrm>
        </p:spPr>
        <p:txBody>
          <a:bodyPr/>
          <a:lstStyle/>
          <a:p>
            <a:r>
              <a:rPr lang="en-US"/>
              <a:t>presentation title</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734800" y="5715000"/>
            <a:ext cx="457200" cy="761999"/>
          </a:xfrm>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1586946917"/>
      </p:ext>
    </p:extLst>
  </p:cSld>
  <p:clrMapOvr>
    <a:masterClrMapping/>
  </p:clrMapOvr>
</p:sldLayout>
</file>

<file path=ppt/slideLayouts/slideLayout_80000030_D49DA1E4.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57200"/>
            <a:ext cx="2232991" cy="6096000"/>
          </a:xfrm>
        </p:spPr>
        <p:txBody>
          <a:bodyPr anchor="b"/>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076576" y="457200"/>
            <a:ext cx="2823539" cy="6019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6286500" y="0"/>
            <a:ext cx="5448299" cy="6857999"/>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rot="5400000">
            <a:off x="11582396" y="533402"/>
            <a:ext cx="762002" cy="457199"/>
          </a:xfrm>
        </p:spPr>
        <p:txBody>
          <a:bodyPr/>
          <a:lstStyle/>
          <a:p>
            <a:fld id="{12933D13-B691-4DC6-9E87-A75F55D1CB33}" type="datetime1">
              <a:rPr lang="en-US" smtClean="0"/>
              <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5400000">
            <a:off x="9677399" y="3200403"/>
            <a:ext cx="4571998" cy="457196"/>
          </a:xfrm>
        </p:spPr>
        <p:txBody>
          <a:bodyPr/>
          <a:lstStyle/>
          <a:p>
            <a:r>
              <a:rPr lang="en-US"/>
              <a:t>presentation title</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734800" y="5715000"/>
            <a:ext cx="457199" cy="762000"/>
          </a:xfrm>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3567100388"/>
      </p:ext>
    </p:extLst>
  </p:cSld>
  <p:clrMapOvr>
    <a:masterClrMapping/>
  </p:clrMapOvr>
</p:sldLayout>
</file>

<file path=ppt/slideLayouts/slideLayout_80000031_6E2FA5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5410200"/>
            <a:ext cx="11100770" cy="1143000"/>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rot="16200000">
            <a:off x="-152397" y="533398"/>
            <a:ext cx="761998" cy="457201"/>
          </a:xfrm>
        </p:spPr>
        <p:txBody>
          <a:bodyPr/>
          <a:lstStyle>
            <a:lvl1pPr algn="r">
              <a:defRPr/>
            </a:lvl1pPr>
          </a:lstStyle>
          <a:p>
            <a:pPr algn="r"/>
            <a:fld id="{C1347183-5FF7-4612-A0F6-E459199CFB10}" type="datetime1">
              <a:rPr lang="en-US" smtClean="0"/>
              <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16200000">
            <a:off x="-2057403" y="3200399"/>
            <a:ext cx="4572005" cy="457202"/>
          </a:xfrm>
        </p:spPr>
        <p:txBody>
          <a:bodyPr/>
          <a:lstStyle/>
          <a:p>
            <a:r>
              <a:rPr lang="en-US"/>
              <a:t>presentation title</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 y="5715001"/>
            <a:ext cx="457201" cy="761999"/>
          </a:xfrm>
        </p:spPr>
        <p:txBody>
          <a:bodyPr/>
          <a:lstStyle/>
          <a:p>
            <a:fld id="{FD550D4C-7310-48EB-AB4A-11C1BDEC928F}" type="slidenum">
              <a:rPr lang="en-US" smtClean="0"/>
              <a:t/>
            </a:fld>
            <a:endParaRPr lang="en-US"/>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457200" y="0"/>
            <a:ext cx="6385895" cy="5109526"/>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224097" y="457200"/>
            <a:ext cx="4510703" cy="464820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8616242"/>
      </p:ext>
    </p:extLst>
  </p:cSld>
  <p:clrMapOvr>
    <a:masterClrMapping/>
  </p:clrMapOvr>
</p:sldLayout>
</file>

<file path=ppt/slideLayouts/slideLayout_80000032_A73C1FBE.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1"/>
            <a:ext cx="5442916" cy="1672274"/>
          </a:xfrm>
        </p:spPr>
        <p:txBody>
          <a:bodyPr anchor="t">
            <a:normAutofit/>
          </a:bodyPr>
          <a:lstStyle>
            <a:lvl1pPr>
              <a:defRPr sz="40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flipH="1">
            <a:off x="-152172" y="533404"/>
            <a:ext cx="762002" cy="457193"/>
          </a:xfrm>
        </p:spPr>
        <p:txBody>
          <a:bodyPr/>
          <a:lstStyle>
            <a:lvl1pPr algn="r">
              <a:defRPr/>
            </a:lvl1pPr>
          </a:lstStyle>
          <a:p>
            <a:pPr algn="r"/>
            <a:fld id="{B3889182-5C92-4C57-9BF7-D7978B904993}"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flipH="1">
            <a:off x="-2057399" y="3200402"/>
            <a:ext cx="4571995" cy="457202"/>
          </a:xfrm>
        </p:spPr>
        <p:txBody>
          <a:bodyPr/>
          <a:lstStyle/>
          <a:p>
            <a:r>
              <a:rPr lang="en-US"/>
              <a:t>presentation title</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0" y="5714997"/>
            <a:ext cx="457202" cy="762003"/>
          </a:xfrm>
        </p:spPr>
        <p:txBody>
          <a:bodyPr/>
          <a:lstStyle/>
          <a:p>
            <a:fld id="{FD550D4C-7310-48EB-AB4A-11C1BDEC928F}" type="slidenum">
              <a:rPr lang="en-US" smtClean="0"/>
              <a:t/>
            </a:fld>
            <a:endParaRPr lang="en-US"/>
          </a:p>
        </p:txBody>
      </p:sp>
      <p:sp>
        <p:nvSpPr>
          <p:cNvPr id="31" name="Picture Placeholder 6">
            <a:extLst>
              <a:ext uri="{FF2B5EF4-FFF2-40B4-BE49-F238E27FC236}">
                <a16:creationId xmlns:a16="http://schemas.microsoft.com/office/drawing/2014/main" id="{34458BE8-D91D-24A7-5014-D17BF6635F3B}"/>
              </a:ext>
            </a:extLst>
          </p:cNvPr>
          <p:cNvSpPr>
            <a:spLocks noGrp="1"/>
          </p:cNvSpPr>
          <p:nvPr>
            <p:ph type="pic" sz="quarter" idx="15"/>
          </p:nvPr>
        </p:nvSpPr>
        <p:spPr>
          <a:xfrm>
            <a:off x="457199" y="2513161"/>
            <a:ext cx="5442917" cy="4344839"/>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286500" y="457200"/>
            <a:ext cx="5448300" cy="601980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5735358"/>
      </p:ext>
    </p:extLst>
  </p:cSld>
  <p:clrMapOvr>
    <a:masterClrMapping/>
  </p:clrMapOvr>
</p:sldLayout>
</file>

<file path=ppt/slideLayouts/slideLayout_80000033_499ED2DE.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505327" cy="1672275"/>
          </a:xfrm>
        </p:spPr>
        <p:txBody>
          <a:bodyPr anchor="t">
            <a:normAutofit/>
          </a:bodyPr>
          <a:lstStyle>
            <a:lvl1pPr>
              <a:defRPr sz="40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flipH="1" flipV="1">
            <a:off x="-152146" y="533405"/>
            <a:ext cx="762002" cy="457191"/>
          </a:xfrm>
        </p:spPr>
        <p:txBody>
          <a:bodyPr/>
          <a:lstStyle>
            <a:lvl1pPr algn="r">
              <a:defRPr/>
            </a:lvl1pPr>
          </a:lstStyle>
          <a:p>
            <a:pPr algn="r"/>
            <a:fld id="{F47930C6-3E78-4CF6-9617-620D4BF120C5}"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5400000" flipH="1" flipV="1">
            <a:off x="-2057397" y="3200402"/>
            <a:ext cx="4571995" cy="457202"/>
          </a:xfrm>
        </p:spPr>
        <p:txBody>
          <a:bodyPr/>
          <a:lstStyle/>
          <a:p>
            <a:r>
              <a:rPr lang="en-US"/>
              <a:t>presentation title</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9" y="5714997"/>
            <a:ext cx="457200" cy="762003"/>
          </a:xfrm>
        </p:spPr>
        <p:txBody>
          <a:bodyPr/>
          <a:lstStyle/>
          <a:p>
            <a:fld id="{FD550D4C-7310-48EB-AB4A-11C1BDEC928F}" type="slidenum">
              <a:rPr lang="en-US" smtClean="0"/>
              <a:t/>
            </a:fld>
            <a:endParaRPr lang="en-US"/>
          </a:p>
        </p:txBody>
      </p:sp>
      <p:sp>
        <p:nvSpPr>
          <p:cNvPr id="30" name="Picture Placeholder 6">
            <a:extLst>
              <a:ext uri="{FF2B5EF4-FFF2-40B4-BE49-F238E27FC236}">
                <a16:creationId xmlns:a16="http://schemas.microsoft.com/office/drawing/2014/main" id="{88D281BD-E96B-68D7-3078-541E36A5F9E7}"/>
              </a:ext>
            </a:extLst>
          </p:cNvPr>
          <p:cNvSpPr>
            <a:spLocks noGrp="1"/>
          </p:cNvSpPr>
          <p:nvPr>
            <p:ph type="pic" sz="quarter" idx="15"/>
          </p:nvPr>
        </p:nvSpPr>
        <p:spPr>
          <a:xfrm>
            <a:off x="457199" y="2513161"/>
            <a:ext cx="4505327" cy="4344839"/>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348910" y="457200"/>
            <a:ext cx="6385890" cy="601980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5145438"/>
      </p:ext>
    </p:extLst>
  </p:cSld>
  <p:clrMapOvr>
    <a:masterClrMapping/>
  </p:clrMapOvr>
</p:sldLayout>
</file>

<file path=ppt/slideLayouts/slideLayout_80000034_1D3F99A4.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3"/>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DA4A2D9-091E-6EC3-1F9A-ED6D30A69718}"/>
              </a:ext>
            </a:extLst>
          </p:cNvPr>
          <p:cNvSpPr>
            <a:spLocks noGrp="1"/>
          </p:cNvSpPr>
          <p:nvPr>
            <p:ph type="title"/>
          </p:nvPr>
        </p:nvSpPr>
        <p:spPr>
          <a:xfrm>
            <a:off x="7786070" y="4728527"/>
            <a:ext cx="3796330" cy="1748474"/>
          </a:xfrm>
        </p:spPr>
        <p:txBody>
          <a:bodyPr anchor="b"/>
          <a:lstStyle>
            <a:lvl1pPr>
              <a:defRPr sz="2000">
                <a:solidFill>
                  <a:schemeClr val="bg1"/>
                </a:solidFill>
              </a:defRPr>
            </a:lvl1pPr>
          </a:lstStyle>
          <a:p>
            <a:r>
              <a:rPr lang="en-US"/>
              <a:t>Click to edit Master title style</a:t>
            </a:r>
          </a:p>
        </p:txBody>
      </p:sp>
      <p:sp>
        <p:nvSpPr>
          <p:cNvPr id="6" name="Rectangle 5">
            <a:extLst>
              <a:ext uri="{FF2B5EF4-FFF2-40B4-BE49-F238E27FC236}">
                <a16:creationId xmlns:a16="http://schemas.microsoft.com/office/drawing/2014/main" id="{803C4E97-AC7D-265A-7CCC-CCE12055556D}"/>
              </a:ext>
            </a:extLst>
          </p:cNvPr>
          <p:cNvSpPr/>
          <p:nvPr userDrawn="1"/>
        </p:nvSpPr>
        <p:spPr>
          <a:xfrm>
            <a:off x="11734800" y="0"/>
            <a:ext cx="457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11">
            <a:extLst>
              <a:ext uri="{FF2B5EF4-FFF2-40B4-BE49-F238E27FC236}">
                <a16:creationId xmlns:a16="http://schemas.microsoft.com/office/drawing/2014/main" id="{62FDE800-5AE1-5CAB-B2CF-64E58E871B13}"/>
              </a:ext>
            </a:extLst>
          </p:cNvPr>
          <p:cNvSpPr>
            <a:spLocks noGrp="1"/>
          </p:cNvSpPr>
          <p:nvPr>
            <p:ph sz="quarter" idx="14" hasCustomPrompt="1"/>
          </p:nvPr>
        </p:nvSpPr>
        <p:spPr>
          <a:xfrm>
            <a:off x="457200" y="457200"/>
            <a:ext cx="11125200" cy="3904611"/>
          </a:xfrm>
        </p:spPr>
        <p:txBody>
          <a:bodyPr anchor="t"/>
          <a:lstStyle>
            <a:lvl1pPr marL="0" indent="0">
              <a:lnSpc>
                <a:spcPct val="80000"/>
              </a:lnSpc>
              <a:buNone/>
              <a:defRPr sz="33500">
                <a:solidFill>
                  <a:schemeClr val="bg2"/>
                </a:solidFill>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2"/>
                </a:solidFill>
              </a:defRPr>
            </a:lvl1pPr>
          </a:lstStyle>
          <a:p>
            <a:fld id="{B1462142-CED8-436D-BD69-3623BF75F496}" type="datetime1">
              <a:rPr lang="en-US" smtClean="0"/>
              <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2"/>
                </a:solidFill>
              </a:defRPr>
            </a:lvl1pPr>
          </a:lstStyle>
          <a:p>
            <a:r>
              <a:rPr lang="en-US">
                <a:solidFill>
                  <a:schemeClr val="bg2"/>
                </a:solidFill>
              </a:rPr>
              <a:t>presentation title</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490707364"/>
      </p:ext>
    </p:extLst>
  </p:cSld>
  <p:clrMapOvr>
    <a:overrideClrMapping bg1="dk1" tx1="lt1" bg2="dk2" tx2="lt2" accent1="accent1" accent2="accent2" accent3="accent3" accent4="accent4" accent5="accent5" accent6="accent6" hlink="hlink" folHlink="folHlink"/>
  </p:clrMapOvr>
</p:sldLayout>
</file>

<file path=ppt/slideLayouts/slideLayout_80000035_D726B2EB.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A3848A9-59B7-BF7C-4733-C1AD7628F9A8}"/>
              </a:ext>
            </a:extLst>
          </p:cNvPr>
          <p:cNvSpPr>
            <a:spLocks noGrp="1"/>
          </p:cNvSpPr>
          <p:nvPr>
            <p:ph type="title"/>
          </p:nvPr>
        </p:nvSpPr>
        <p:spPr>
          <a:xfrm>
            <a:off x="457200" y="4572000"/>
            <a:ext cx="4505326" cy="1905000"/>
          </a:xfrm>
        </p:spPr>
        <p:txBody>
          <a:bodyPr anchor="b"/>
          <a:lstStyle>
            <a:lvl1pPr>
              <a:defRPr sz="2000"/>
            </a:lvl1pPr>
          </a:lstStyle>
          <a:p>
            <a:r>
              <a:rPr lang="en-US"/>
              <a:t>Click to edit Master title style</a:t>
            </a:r>
          </a:p>
        </p:txBody>
      </p:sp>
      <p:sp>
        <p:nvSpPr>
          <p:cNvPr id="8" name="Content Placeholder 11">
            <a:extLst>
              <a:ext uri="{FF2B5EF4-FFF2-40B4-BE49-F238E27FC236}">
                <a16:creationId xmlns:a16="http://schemas.microsoft.com/office/drawing/2014/main" id="{F4042002-90CA-C658-D2F1-5AB5AA2EBA5A}"/>
              </a:ext>
            </a:extLst>
          </p:cNvPr>
          <p:cNvSpPr>
            <a:spLocks noGrp="1"/>
          </p:cNvSpPr>
          <p:nvPr>
            <p:ph sz="quarter" idx="14" hasCustomPrompt="1"/>
          </p:nvPr>
        </p:nvSpPr>
        <p:spPr>
          <a:xfrm>
            <a:off x="457200" y="457199"/>
            <a:ext cx="11125200" cy="3904611"/>
          </a:xfrm>
        </p:spPr>
        <p:txBody>
          <a:bodyPr anchor="t"/>
          <a:lstStyle>
            <a:lvl1pPr marL="0" indent="0">
              <a:lnSpc>
                <a:spcPct val="80000"/>
              </a:lnSpc>
              <a:buNone/>
              <a:defRPr sz="33500">
                <a:solidFill>
                  <a:schemeClr val="tx2"/>
                </a:solidFill>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641CFA77-BE64-4FE1-90AF-318F1E651DF5}" type="datetime1">
              <a:rPr lang="en-US" smtClean="0"/>
              <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presentation title</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FD550D4C-7310-48EB-AB4A-11C1BDEC928F}" type="slidenum">
              <a:rPr lang="en-US" smtClean="0"/>
              <a:t/>
            </a:fld>
            <a:endParaRPr lang="en-US"/>
          </a:p>
        </p:txBody>
      </p:sp>
    </p:spTree>
    <p:extLst>
      <p:ext uri="{BB962C8B-B14F-4D97-AF65-F5344CB8AC3E}">
        <p14:creationId xmlns:p14="http://schemas.microsoft.com/office/powerpoint/2010/main" val="3609637611"/>
      </p:ext>
    </p:extLst>
  </p:cSld>
  <p:clrMapOvr>
    <a:masterClrMapping/>
  </p:clrMapOvr>
</p:sldLayout>
</file>

<file path=ppt/slideLayouts/slideLayout_80000036_9812C2D3.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0F46871-BF37-0A27-0550-C33CB880ACA4}"/>
              </a:ext>
            </a:extLst>
          </p:cNvPr>
          <p:cNvSpPr>
            <a:spLocks noGrp="1"/>
          </p:cNvSpPr>
          <p:nvPr>
            <p:ph type="title"/>
          </p:nvPr>
        </p:nvSpPr>
        <p:spPr>
          <a:xfrm>
            <a:off x="9110048" y="457201"/>
            <a:ext cx="2472352" cy="6019800"/>
          </a:xfrm>
        </p:spPr>
        <p:txBody>
          <a:bodyPr anchor="b"/>
          <a:lstStyle>
            <a:lvl1pPr>
              <a:lnSpc>
                <a:spcPct val="110000"/>
              </a:lnSpc>
              <a:defRPr sz="1800"/>
            </a:lvl1pPr>
          </a:lstStyle>
          <a:p>
            <a:r>
              <a:rPr lang="en-US"/>
              <a:t>Click to edit Master title style</a:t>
            </a:r>
          </a:p>
        </p:txBody>
      </p:sp>
      <p:sp>
        <p:nvSpPr>
          <p:cNvPr id="10" name="Content Placeholder 11">
            <a:extLst>
              <a:ext uri="{FF2B5EF4-FFF2-40B4-BE49-F238E27FC236}">
                <a16:creationId xmlns:a16="http://schemas.microsoft.com/office/drawing/2014/main" id="{DFF99825-BB88-3137-DD85-89DDB5E62CDB}"/>
              </a:ext>
            </a:extLst>
          </p:cNvPr>
          <p:cNvSpPr>
            <a:spLocks noGrp="1"/>
          </p:cNvSpPr>
          <p:nvPr>
            <p:ph sz="quarter" idx="14" hasCustomPrompt="1"/>
          </p:nvPr>
        </p:nvSpPr>
        <p:spPr>
          <a:xfrm>
            <a:off x="152400" y="457201"/>
            <a:ext cx="8576645" cy="7010399"/>
          </a:xfrm>
        </p:spPr>
        <p:txBody>
          <a:bodyPr anchor="b"/>
          <a:lstStyle>
            <a:lvl1pPr marL="0" indent="0">
              <a:lnSpc>
                <a:spcPct val="80000"/>
              </a:lnSpc>
              <a:buNone/>
              <a:defRPr sz="33500">
                <a:solidFill>
                  <a:schemeClr val="tx2"/>
                </a:solidFill>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9312132D-6A70-439C-82C8-70853BB4DA7B}" type="datetime1">
              <a:rPr lang="en-US" smtClean="0"/>
              <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2551366355"/>
      </p:ext>
    </p:extLst>
  </p:cSld>
  <p:clrMapOvr>
    <a:masterClrMapping/>
  </p:clrMapOvr>
</p:sldLayout>
</file>

<file path=ppt/slideLayouts/slideLayout_80000037_364E4556.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1651821-BD0D-933D-AFFC-FE3303C1E266}"/>
              </a:ext>
            </a:extLst>
          </p:cNvPr>
          <p:cNvSpPr/>
          <p:nvPr userDrawn="1"/>
        </p:nvSpPr>
        <p:spPr>
          <a:xfrm>
            <a:off x="11734800" y="0"/>
            <a:ext cx="457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C41A375D-E4F8-D0EB-7481-7A74D1A454A3}"/>
              </a:ext>
            </a:extLst>
          </p:cNvPr>
          <p:cNvSpPr>
            <a:spLocks noGrp="1"/>
          </p:cNvSpPr>
          <p:nvPr>
            <p:ph type="title"/>
          </p:nvPr>
        </p:nvSpPr>
        <p:spPr>
          <a:xfrm>
            <a:off x="9115428" y="457201"/>
            <a:ext cx="2442536" cy="6019800"/>
          </a:xfrm>
        </p:spPr>
        <p:txBody>
          <a:bodyPr anchor="b"/>
          <a:lstStyle>
            <a:lvl1pPr>
              <a:lnSpc>
                <a:spcPct val="110000"/>
              </a:lnSpc>
              <a:defRPr sz="1800">
                <a:solidFill>
                  <a:schemeClr val="bg2"/>
                </a:solidFill>
              </a:defRPr>
            </a:lvl1pPr>
          </a:lstStyle>
          <a:p>
            <a:r>
              <a:rPr lang="en-US"/>
              <a:t>Click to edit Master title style</a:t>
            </a:r>
          </a:p>
        </p:txBody>
      </p:sp>
      <p:sp>
        <p:nvSpPr>
          <p:cNvPr id="9" name="Content Placeholder 11">
            <a:extLst>
              <a:ext uri="{FF2B5EF4-FFF2-40B4-BE49-F238E27FC236}">
                <a16:creationId xmlns:a16="http://schemas.microsoft.com/office/drawing/2014/main" id="{F9D8BC3B-8C9B-29AD-679B-4E0DC4F0903C}"/>
              </a:ext>
            </a:extLst>
          </p:cNvPr>
          <p:cNvSpPr>
            <a:spLocks noGrp="1"/>
          </p:cNvSpPr>
          <p:nvPr>
            <p:ph sz="quarter" idx="14" hasCustomPrompt="1"/>
          </p:nvPr>
        </p:nvSpPr>
        <p:spPr>
          <a:xfrm>
            <a:off x="152400" y="457201"/>
            <a:ext cx="8576644" cy="7010400"/>
          </a:xfrm>
        </p:spPr>
        <p:txBody>
          <a:bodyPr anchor="b"/>
          <a:lstStyle>
            <a:lvl1pPr marL="0" indent="0">
              <a:lnSpc>
                <a:spcPct val="80000"/>
              </a:lnSpc>
              <a:buNone/>
              <a:defRPr sz="33500">
                <a:solidFill>
                  <a:schemeClr val="bg2"/>
                </a:solidFill>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2"/>
                </a:solidFill>
              </a:defRPr>
            </a:lvl1pPr>
          </a:lstStyle>
          <a:p>
            <a:fld id="{77A5263C-2904-4660-99C6-B502EB3CADCC}" type="datetime1">
              <a:rPr lang="en-US" smtClean="0"/>
              <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2"/>
                </a:solidFill>
              </a:defRPr>
            </a:lvl1pPr>
          </a:lstStyle>
          <a:p>
            <a:r>
              <a:rPr lang="en-US"/>
              <a:t>presentation title</a:t>
            </a:r>
            <a:endParaRPr lang="en-US">
              <a:solidFill>
                <a:schemeClr val="bg2"/>
              </a:solidFill>
            </a:endParaRP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911099222"/>
      </p:ext>
    </p:extLst>
  </p:cSld>
  <p:clrMapOvr>
    <a:overrideClrMapping bg1="dk1" tx1="lt1" bg2="dk2" tx2="lt2" accent1="accent1" accent2="accent2" accent3="accent3" accent4="accent4" accent5="accent5" accent6="accent6" hlink="hlink" folHlink="folHlink"/>
  </p:clrMapOvr>
</p:sldLayout>
</file>

<file path=ppt/slideLayouts/slideLayout_80000038_238E9BBB.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4"/>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4F61F0C-3CF5-7CEE-0C91-5A904083AA7F}"/>
              </a:ext>
            </a:extLst>
          </p:cNvPr>
          <p:cNvSpPr/>
          <p:nvPr userDrawn="1"/>
        </p:nvSpPr>
        <p:spPr>
          <a:xfrm>
            <a:off x="11734800" y="0"/>
            <a:ext cx="457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199"/>
            <a:ext cx="8658220" cy="6248401"/>
          </a:xfrm>
        </p:spPr>
        <p:txBody>
          <a:bodyPr anchor="t">
            <a:normAutofit/>
          </a:bodyPr>
          <a:lstStyle>
            <a:lvl1pPr marL="0" indent="0">
              <a:lnSpc>
                <a:spcPct val="80000"/>
              </a:lnSpc>
              <a:spcBef>
                <a:spcPts val="0"/>
              </a:spcBef>
              <a:buNone/>
              <a:defRPr sz="6000" b="0" cap="all" baseline="0">
                <a:solidFill>
                  <a:schemeClr val="bg2"/>
                </a:solidFill>
              </a:defRPr>
            </a:lvl1pPr>
            <a:lvl2pPr marL="228600" indent="0">
              <a:lnSpc>
                <a:spcPct val="80000"/>
              </a:lnSpc>
              <a:spcBef>
                <a:spcPts val="0"/>
              </a:spcBef>
              <a:buNone/>
              <a:defRPr sz="6000" b="0" cap="all" baseline="0">
                <a:solidFill>
                  <a:schemeClr val="bg2"/>
                </a:solidFill>
              </a:defRPr>
            </a:lvl2pPr>
            <a:lvl3pPr marL="457200" indent="0">
              <a:lnSpc>
                <a:spcPct val="80000"/>
              </a:lnSpc>
              <a:spcBef>
                <a:spcPts val="0"/>
              </a:spcBef>
              <a:buNone/>
              <a:defRPr sz="6000" b="0" cap="all" baseline="0">
                <a:solidFill>
                  <a:schemeClr val="bg2"/>
                </a:solidFill>
              </a:defRPr>
            </a:lvl3pPr>
            <a:lvl4pPr marL="685800" indent="0">
              <a:lnSpc>
                <a:spcPct val="80000"/>
              </a:lnSpc>
              <a:spcBef>
                <a:spcPts val="0"/>
              </a:spcBef>
              <a:buNone/>
              <a:defRPr sz="6000" b="0" cap="all" baseline="0">
                <a:solidFill>
                  <a:schemeClr val="bg2"/>
                </a:solidFill>
              </a:defRPr>
            </a:lvl4pPr>
            <a:lvl5pPr marL="914400" indent="0">
              <a:lnSpc>
                <a:spcPct val="80000"/>
              </a:lnSpc>
              <a:spcBef>
                <a:spcPts val="0"/>
              </a:spcBef>
              <a:buNone/>
              <a:defRPr sz="6000" b="0" cap="all" baseline="0">
                <a:solidFill>
                  <a:schemeClr val="bg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2"/>
                </a:solidFill>
              </a:defRPr>
            </a:lvl1pPr>
          </a:lstStyle>
          <a:p>
            <a:fld id="{DDCA7AC3-96BC-4DF9-AB25-131250ABBA20}" type="datetime1">
              <a:rPr lang="en-US" smtClean="0"/>
              <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2"/>
                </a:solidFill>
              </a:defRPr>
            </a:lvl1pPr>
          </a:lstStyle>
          <a:p>
            <a:r>
              <a:rPr lang="en-US"/>
              <a:t>presentation title</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596548539"/>
      </p:ext>
    </p:extLst>
  </p:cSld>
  <p:clrMapOvr>
    <a:overrideClrMapping bg1="dk1" tx1="lt1" bg2="dk2" tx2="lt2" accent1="accent1" accent2="accent2" accent3="accent3" accent4="accent4" accent5="accent5" accent6="accent6" hlink="hlink" folHlink="folHlink"/>
  </p:clrMapOvr>
</p:sldLayout>
</file>

<file path=ppt/slideLayouts/slideLayout_80000039_7820534F.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4">
            <a:alpha val="99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CE93F89-D058-2C1E-62AB-72CDEF60437C}"/>
              </a:ext>
            </a:extLst>
          </p:cNvPr>
          <p:cNvSpPr/>
          <p:nvPr userDrawn="1"/>
        </p:nvSpPr>
        <p:spPr>
          <a:xfrm>
            <a:off x="11734800" y="0"/>
            <a:ext cx="457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199"/>
            <a:ext cx="8658220" cy="6172201"/>
          </a:xfrm>
        </p:spPr>
        <p:txBody>
          <a:bodyPr anchor="b">
            <a:normAutofit/>
          </a:bodyPr>
          <a:lstStyle>
            <a:lvl1pPr marL="0" indent="0">
              <a:lnSpc>
                <a:spcPct val="80000"/>
              </a:lnSpc>
              <a:spcBef>
                <a:spcPts val="0"/>
              </a:spcBef>
              <a:buNone/>
              <a:defRPr sz="6000" b="0" cap="all" baseline="0">
                <a:solidFill>
                  <a:schemeClr val="tx2"/>
                </a:solidFill>
              </a:defRPr>
            </a:lvl1pPr>
            <a:lvl2pPr marL="0" indent="0">
              <a:lnSpc>
                <a:spcPct val="80000"/>
              </a:lnSpc>
              <a:spcBef>
                <a:spcPts val="0"/>
              </a:spcBef>
              <a:buNone/>
              <a:defRPr sz="6000" b="0" cap="all" baseline="0">
                <a:solidFill>
                  <a:schemeClr val="tx2"/>
                </a:solidFill>
              </a:defRPr>
            </a:lvl2pPr>
            <a:lvl3pPr marL="0" indent="0">
              <a:lnSpc>
                <a:spcPct val="80000"/>
              </a:lnSpc>
              <a:spcBef>
                <a:spcPts val="0"/>
              </a:spcBef>
              <a:buNone/>
              <a:defRPr sz="6000" b="0" cap="all" baseline="0">
                <a:solidFill>
                  <a:schemeClr val="tx2"/>
                </a:solidFill>
              </a:defRPr>
            </a:lvl3pPr>
            <a:lvl4pPr marL="0" indent="0">
              <a:lnSpc>
                <a:spcPct val="80000"/>
              </a:lnSpc>
              <a:spcBef>
                <a:spcPts val="0"/>
              </a:spcBef>
              <a:buNone/>
              <a:defRPr sz="6000" b="0" cap="all" baseline="0">
                <a:solidFill>
                  <a:schemeClr val="tx2"/>
                </a:solidFill>
              </a:defRPr>
            </a:lvl4pPr>
            <a:lvl5pPr marL="0" indent="0">
              <a:lnSpc>
                <a:spcPct val="80000"/>
              </a:lnSpc>
              <a:spcBef>
                <a:spcPts val="0"/>
              </a:spcBef>
              <a:buNone/>
              <a:defRPr sz="6000" b="0" cap="all" baseline="0">
                <a:solidFill>
                  <a:schemeClr val="tx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91782ED-EBAD-46A2-90F7-BFCACB4B78E1}" type="datetime1">
              <a:rPr lang="en-US" smtClean="0"/>
              <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2015384399"/>
      </p:ext>
    </p:extLst>
  </p:cSld>
  <p:clrMapOvr>
    <a:masterClrMapping/>
  </p:clrMapOvr>
</p:sldLayout>
</file>

<file path=ppt/slideLayouts/slideLayout_80000040_4D196C8F.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8DE62F-76E8-58F8-B265-1949D774BA73}"/>
              </a:ext>
            </a:extLst>
          </p:cNvPr>
          <p:cNvSpPr/>
          <p:nvPr userDrawn="1"/>
        </p:nvSpPr>
        <p:spPr>
          <a:xfrm>
            <a:off x="11734800" y="0"/>
            <a:ext cx="457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E2C2FE09-B5A9-4FA4-208B-652F3CBBB85A}"/>
              </a:ext>
            </a:extLst>
          </p:cNvPr>
          <p:cNvSpPr>
            <a:spLocks noGrp="1"/>
          </p:cNvSpPr>
          <p:nvPr>
            <p:ph type="title" hasCustomPrompt="1"/>
          </p:nvPr>
        </p:nvSpPr>
        <p:spPr>
          <a:xfrm>
            <a:off x="8167074" y="3429001"/>
            <a:ext cx="2834304" cy="3048000"/>
          </a:xfrm>
        </p:spPr>
        <p:txBody>
          <a:bodyPr anchor="b"/>
          <a:lstStyle>
            <a:lvl1pPr>
              <a:defRPr sz="1800"/>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457201" y="457199"/>
            <a:ext cx="7328870" cy="6172201"/>
          </a:xfrm>
        </p:spPr>
        <p:txBody>
          <a:bodyPr anchor="b">
            <a:normAutofit/>
          </a:bodyPr>
          <a:lstStyle>
            <a:lvl1pPr marL="164592" indent="-164592">
              <a:lnSpc>
                <a:spcPct val="80000"/>
              </a:lnSpc>
              <a:spcBef>
                <a:spcPts val="0"/>
              </a:spcBef>
              <a:buNone/>
              <a:defRPr sz="6000" b="0" i="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27785DB8-AE74-402F-A567-410E29AD9B64}" type="datetime1">
              <a:rPr lang="en-US" smtClean="0"/>
              <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1293511823"/>
      </p:ext>
    </p:extLst>
  </p:cSld>
  <p:clrMapOvr>
    <a:masterClrMapping/>
  </p:clrMapOvr>
</p:sldLayout>
</file>

<file path=ppt/slideLayouts/slideLayout_80000041_C2C4327C.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5200" cy="1113476"/>
          </a:xfrm>
        </p:spPr>
        <p:txBody>
          <a:bodyPr anchor="t"/>
          <a:lstStyle>
            <a:lvl1pPr>
              <a:defRPr sz="4000"/>
            </a:lvl1p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457200" y="1748474"/>
            <a:ext cx="5442920" cy="4728526"/>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91886" y="1748476"/>
            <a:ext cx="5290514" cy="47285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89ABF2E-7B1B-4FF5-A2FF-8B4DDEC451F9}"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3267637884"/>
      </p:ext>
    </p:extLst>
  </p:cSld>
  <p:clrMapOvr>
    <a:masterClrMapping/>
  </p:clrMapOvr>
</p:sldLayout>
</file>

<file path=ppt/slideLayouts/slideLayout_80000042_34BD372A.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200" y="457200"/>
            <a:ext cx="11125200" cy="924560"/>
          </a:xfrm>
        </p:spPr>
        <p:txBody>
          <a:bodyPr anchor="t"/>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509237"/>
            <a:ext cx="5448302" cy="492761"/>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457200" y="2129475"/>
            <a:ext cx="5454338" cy="4347525"/>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97922" y="1509237"/>
            <a:ext cx="5284478" cy="492761"/>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91886" y="2129475"/>
            <a:ext cx="5290514" cy="4347525"/>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BAE14FF2-DDCD-4858-B747-1EECCB1D9E97}" type="datetime1">
              <a:rPr lang="en-US" smtClean="0"/>
              <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presentation title</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884815658"/>
      </p:ext>
    </p:extLst>
  </p:cSld>
  <p:clrMapOvr>
    <a:masterClrMapping/>
  </p:clrMapOvr>
</p:sldLayout>
</file>

<file path=ppt/slideLayouts/slideLayout_80000043_64CD5B6E.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1119104" cy="1300173"/>
          </a:xfrm>
        </p:spPr>
        <p:txBody>
          <a:bodyPr anchor="t"/>
          <a:lstStyle>
            <a:lvl1pPr>
              <a:defRPr sz="4000"/>
            </a:lvl1p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47286117-7DEB-4D3C-B7E7-B8D5D0576504}" type="datetime1">
              <a:rPr lang="en-US" smtClean="0"/>
              <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1691179886"/>
      </p:ext>
    </p:extLst>
  </p:cSld>
  <p:clrMapOvr>
    <a:masterClrMapping/>
  </p:clrMapOvr>
</p:sldLayout>
</file>

<file path=ppt/slideLayouts/slideLayout_80000044_87689C4F.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BAF160-7F17-4586-83B2-02998114D973}" type="datetime1">
              <a:rPr lang="en-US" smtClean="0"/>
              <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presentation title</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2271779919"/>
      </p:ext>
    </p:extLst>
  </p:cSld>
  <p:clrMapOvr>
    <a:masterClrMapping/>
  </p:clrMapOvr>
</p:sldLayout>
</file>

<file path=ppt/slideLayouts/slideLayout_80000045_FA331BDA.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200" y="457200"/>
            <a:ext cx="3562352" cy="2038990"/>
          </a:xfrm>
        </p:spPr>
        <p:txBody>
          <a:bodyPr anchor="t">
            <a:normAutofit/>
          </a:bodyPr>
          <a:lstStyle>
            <a:lvl1pPr>
              <a:defRPr sz="40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200" y="2877190"/>
            <a:ext cx="3562352" cy="3599810"/>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405936" y="457199"/>
            <a:ext cx="7169030" cy="601980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B780F9B-7E7F-4483-963B-F3E41321832D}" type="datetime1">
              <a:rPr lang="en-US" smtClean="0"/>
              <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4197653466"/>
      </p:ext>
    </p:extLst>
  </p:cSld>
  <p:clrMapOvr>
    <a:masterClrMapping/>
  </p:clrMapOvr>
</p:sldLayout>
</file>

<file path=ppt/slideLayouts/slideLayout_80000046_3C21F5BE.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200" y="2877189"/>
            <a:ext cx="3562352" cy="3676011"/>
          </a:xfrm>
        </p:spPr>
        <p:txBody>
          <a:bodyPr anchor="b">
            <a:normAutofit/>
          </a:bodyPr>
          <a:lstStyle>
            <a:lvl1pPr>
              <a:defRPr sz="40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0" y="457201"/>
            <a:ext cx="3562352" cy="2038990"/>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405927" y="0"/>
            <a:ext cx="7328873" cy="6858000"/>
          </a:xfrm>
          <a:blipFill dpi="0" rotWithShape="1">
            <a:blip r:embed="rId2">
              <a:alphaModFix amt="60621"/>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86E4C175-3206-45DF-AF32-8346DED476A6}" type="datetime1">
              <a:rPr lang="en-US" smtClean="0"/>
              <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FD550D4C-7310-48EB-AB4A-11C1BDEC928F}" type="slidenum">
              <a:rPr lang="en-US" smtClean="0"/>
              <a:t/>
            </a:fld>
            <a:endParaRPr lang="en-US"/>
          </a:p>
        </p:txBody>
      </p:sp>
    </p:spTree>
    <p:extLst>
      <p:ext uri="{BB962C8B-B14F-4D97-AF65-F5344CB8AC3E}">
        <p14:creationId xmlns:p14="http://schemas.microsoft.com/office/powerpoint/2010/main" val="1008858558"/>
      </p:ext>
    </p:extLst>
  </p:cSld>
  <p:clrMapOvr>
    <a:masterClrMapping/>
  </p:clrMapOvr>
</p:sldLayout>
</file>

<file path=ppt/slideLayouts/slideLayout_80000047_9372EC81.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376CB0-0BE7-E0CA-2D99-746DE428CFDC}"/>
              </a:ext>
            </a:extLst>
          </p:cNvPr>
          <p:cNvSpPr/>
          <p:nvPr userDrawn="1"/>
        </p:nvSpPr>
        <p:spPr>
          <a:xfrm>
            <a:off x="11734800" y="0"/>
            <a:ext cx="457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199"/>
            <a:ext cx="10744200" cy="2286001"/>
          </a:xfrm>
        </p:spPr>
        <p:txBody>
          <a:bodyPr anchor="t">
            <a:normAutofit/>
          </a:bodyPr>
          <a:lstStyle>
            <a:lvl1pPr>
              <a:defRPr sz="8000" cap="all" baseline="0">
                <a:solidFill>
                  <a:schemeClr val="tx2"/>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57201" y="3124200"/>
            <a:ext cx="10747266" cy="3352800"/>
          </a:xfrm>
        </p:spPr>
        <p:txBody>
          <a:bodyPr/>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2CC8E9B0-D62A-480C-9588-DEAA1537D1DB}"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2473782401"/>
      </p:ext>
    </p:extLst>
  </p:cSld>
  <p:clrMapOvr>
    <a:overrideClrMapping bg1="lt1" tx1="dk1" bg2="lt2" tx2="dk2" accent1="accent1" accent2="accent2" accent3="accent3" accent4="accent4" accent5="accent5" accent6="accent6" hlink="hlink" folHlink="folHlink"/>
  </p:clrMapOvr>
</p:sldLayout>
</file>

<file path=ppt/slideLayouts/slideLayout_80000048_379A8057.xml><?xml version="1.0" encoding="utf-8"?>
<p:sldLayout xmlns:a="http://schemas.openxmlformats.org/drawingml/2006/main" xmlns:r="http://schemas.openxmlformats.org/officeDocument/2006/relationships" xmlns:p="http://schemas.openxmlformats.org/presentationml/2006/main" preserve="1" userDrawn="1">
  <p:cSld name="Conclusion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287C6DC-37E0-3E84-BAD6-4A9F19AC6D07}"/>
              </a:ext>
            </a:extLst>
          </p:cNvPr>
          <p:cNvSpPr/>
          <p:nvPr userDrawn="1"/>
        </p:nvSpPr>
        <p:spPr>
          <a:xfrm>
            <a:off x="11734800" y="0"/>
            <a:ext cx="457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1" y="457200"/>
            <a:ext cx="8271844" cy="2971800"/>
          </a:xfrm>
        </p:spPr>
        <p:txBody>
          <a:bodyPr anchor="t">
            <a:noAutofit/>
          </a:bodyPr>
          <a:lstStyle>
            <a:lvl1pPr>
              <a:defRPr sz="8000" cap="all" baseline="0">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1" y="3810000"/>
            <a:ext cx="8271844" cy="2667000"/>
          </a:xfrm>
        </p:spPr>
        <p:txBody>
          <a:bodyPr anchor="b">
            <a:normAutofit/>
          </a:bodyPr>
          <a:lstStyle>
            <a:lvl1pPr marL="0" indent="0">
              <a:buNone/>
              <a:defRPr sz="1800">
                <a:solidFill>
                  <a:schemeClr val="tx2"/>
                </a:solidFill>
              </a:defRPr>
            </a:lvl1pPr>
            <a:lvl2pPr marL="228600" indent="0">
              <a:buNone/>
              <a:defRPr sz="1600">
                <a:solidFill>
                  <a:schemeClr val="tx2"/>
                </a:solidFill>
              </a:defRPr>
            </a:lvl2pPr>
            <a:lvl3pPr marL="457200" indent="0">
              <a:buNone/>
              <a:defRPr sz="1400">
                <a:solidFill>
                  <a:schemeClr val="tx2"/>
                </a:solidFill>
              </a:defRPr>
            </a:lvl3pPr>
            <a:lvl4pPr marL="685800" indent="0">
              <a:buNone/>
              <a:defRPr sz="1400">
                <a:solidFill>
                  <a:schemeClr val="tx2"/>
                </a:solidFill>
              </a:defRPr>
            </a:lvl4pPr>
            <a:lvl5pPr marL="914400" indent="0">
              <a:buNone/>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BE7BCD33-0C81-42C0-9D8F-EA5062A18B91}"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932872279"/>
      </p:ext>
    </p:extLst>
  </p:cSld>
  <p:clrMapOvr>
    <a:overrideClrMapping bg1="lt1" tx1="dk1" bg2="lt2" tx2="dk2" accent1="accent1" accent2="accent2" accent3="accent3" accent4="accent4" accent5="accent5" accent6="accent6" hlink="hlink" folHlink="folHlink"/>
  </p:clrMapOvr>
</p:sldLayout>
</file>

<file path=ppt/slideLayouts/slideLayout_80000049_F385F859.xml><?xml version="1.0" encoding="utf-8"?>
<p:sldLayout xmlns:a="http://schemas.openxmlformats.org/drawingml/2006/main" xmlns:r="http://schemas.openxmlformats.org/officeDocument/2006/relationships" xmlns:p="http://schemas.openxmlformats.org/presentationml/2006/main" preserve="1" userDrawn="1">
  <p:cSld name="Conclusion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287C6DC-37E0-3E84-BAD6-4A9F19AC6D07}"/>
              </a:ext>
            </a:extLst>
          </p:cNvPr>
          <p:cNvSpPr/>
          <p:nvPr userDrawn="1"/>
        </p:nvSpPr>
        <p:spPr>
          <a:xfrm>
            <a:off x="11734800" y="0"/>
            <a:ext cx="4572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1" y="457200"/>
            <a:ext cx="6385894" cy="2971800"/>
          </a:xfrm>
        </p:spPr>
        <p:txBody>
          <a:bodyPr anchor="t">
            <a:noAutofit/>
          </a:bodyPr>
          <a:lstStyle>
            <a:lvl1pPr>
              <a:defRPr sz="8000" cap="all" baseline="0">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405936" y="3810000"/>
            <a:ext cx="7176463" cy="2667000"/>
          </a:xfrm>
        </p:spPr>
        <p:txBody>
          <a:bodyPr anchor="b">
            <a:normAutofit/>
          </a:bodyPr>
          <a:lstStyle>
            <a:lvl1pPr marL="0" indent="0">
              <a:buNone/>
              <a:defRPr sz="1800">
                <a:solidFill>
                  <a:schemeClr val="tx2"/>
                </a:solidFill>
              </a:defRPr>
            </a:lvl1pPr>
            <a:lvl2pPr marL="228600" indent="0">
              <a:buNone/>
              <a:defRPr sz="1600">
                <a:solidFill>
                  <a:schemeClr val="tx2"/>
                </a:solidFill>
              </a:defRPr>
            </a:lvl2pPr>
            <a:lvl3pPr marL="457200" indent="0">
              <a:buNone/>
              <a:defRPr sz="1400">
                <a:solidFill>
                  <a:schemeClr val="tx2"/>
                </a:solidFill>
              </a:defRPr>
            </a:lvl3pPr>
            <a:lvl4pPr marL="685800" indent="0">
              <a:buNone/>
              <a:defRPr sz="1400">
                <a:solidFill>
                  <a:schemeClr val="tx2"/>
                </a:solidFill>
              </a:defRPr>
            </a:lvl4pPr>
            <a:lvl5pPr marL="914400" indent="0">
              <a:buNone/>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9B3850A5-FF68-4473-925A-52EC9FD63238}"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4085643353"/>
      </p:ext>
    </p:extLst>
  </p:cSld>
  <p:clrMapOvr>
    <a:overrideClrMapping bg1="lt1" tx1="dk1" bg2="lt2" tx2="dk2" accent1="accent1" accent2="accent2" accent3="accent3" accent4="accent4" accent5="accent5" accent6="accent6" hlink="hlink" folHlink="folHlink"/>
  </p:clrMapOvr>
</p:sldLayout>
</file>

<file path=ppt/slideMasters/_rels/slideMaster_80000000_B20A51BE.xml.rels><?xml version="1.0" encoding="UTF-8" standalone="yes"?>
<Relationships xmlns="http://schemas.openxmlformats.org/package/2006/relationships"><Relationship Id="rId13" Type="http://schemas.openxmlformats.org/officeDocument/2006/relationships/slideLayout" Target="../slideLayouts/slideLayout_80000019_427AC6E8.xml"/><Relationship Id="rId18" Type="http://schemas.openxmlformats.org/officeDocument/2006/relationships/slideLayout" Target="../slideLayouts/slideLayout_8000001E_3CD5C543.xml"/><Relationship Id="rId26" Type="http://schemas.openxmlformats.org/officeDocument/2006/relationships/slideLayout" Target="../slideLayouts/slideLayout_80000026_6053F779.xml"/><Relationship Id="rId39" Type="http://schemas.openxmlformats.org/officeDocument/2006/relationships/slideLayout" Target="../slideLayouts/slideLayout_80000033_499ED2DE.xml"/><Relationship Id="rId21" Type="http://schemas.openxmlformats.org/officeDocument/2006/relationships/slideLayout" Target="../slideLayouts/slideLayout_80000021_65354517.xml"/><Relationship Id="rId34" Type="http://schemas.openxmlformats.org/officeDocument/2006/relationships/slideLayout" Target="../slideLayouts/slideLayout_8000002E_C368806D.xml"/><Relationship Id="rId42" Type="http://schemas.openxmlformats.org/officeDocument/2006/relationships/slideLayout" Target="../slideLayouts/slideLayout_80000036_9812C2D3.xml"/><Relationship Id="rId47" Type="http://schemas.openxmlformats.org/officeDocument/2006/relationships/slideLayout" Target="../slideLayouts/slideLayout_8000003B_4D75111.xml"/><Relationship Id="rId50" Type="http://schemas.openxmlformats.org/officeDocument/2006/relationships/slideLayout" Target="../slideLayouts/slideLayout_8000003E_9CF1086.xml"/><Relationship Id="rId55" Type="http://schemas.openxmlformats.org/officeDocument/2006/relationships/slideLayout" Target="../slideLayouts/slideLayout_80000043_64CD5B6E.xml"/><Relationship Id="rId63" Type="http://schemas.openxmlformats.org/officeDocument/2006/relationships/theme" Target="../theme/theme_80000000_B20A51BE.xml"/><Relationship Id="rId7" Type="http://schemas.openxmlformats.org/officeDocument/2006/relationships/slideLayout" Target="../slideLayouts/slideLayout_80000007_CFCC3BBA.xml"/><Relationship Id="rId2" Type="http://schemas.openxmlformats.org/officeDocument/2006/relationships/slideLayout" Target="../slideLayouts/slideLayout_80000002_FE6CB7E2.xml"/><Relationship Id="rId16" Type="http://schemas.openxmlformats.org/officeDocument/2006/relationships/slideLayout" Target="../slideLayouts/slideLayout_8000001C_191FDFD5.xml"/><Relationship Id="rId29" Type="http://schemas.openxmlformats.org/officeDocument/2006/relationships/slideLayout" Target="../slideLayouts/slideLayout_80000029_5E96E365.xml"/><Relationship Id="rId11" Type="http://schemas.openxmlformats.org/officeDocument/2006/relationships/slideLayout" Target="../slideLayouts/slideLayout_8000000B_4D1E0D4D.xml"/><Relationship Id="rId24" Type="http://schemas.openxmlformats.org/officeDocument/2006/relationships/slideLayout" Target="../slideLayouts/slideLayout_80000024_1FDB8F32.xml"/><Relationship Id="rId32" Type="http://schemas.openxmlformats.org/officeDocument/2006/relationships/slideLayout" Target="../slideLayouts/slideLayout_8000002C_5F6A9AFE.xml"/><Relationship Id="rId37" Type="http://schemas.openxmlformats.org/officeDocument/2006/relationships/slideLayout" Target="../slideLayouts/slideLayout_80000031_6E2FA532.xml"/><Relationship Id="rId40" Type="http://schemas.openxmlformats.org/officeDocument/2006/relationships/slideLayout" Target="../slideLayouts/slideLayout_80000034_1D3F99A4.xml"/><Relationship Id="rId45" Type="http://schemas.openxmlformats.org/officeDocument/2006/relationships/slideLayout" Target="../slideLayouts/slideLayout_80000039_7820534F.xml"/><Relationship Id="rId53" Type="http://schemas.openxmlformats.org/officeDocument/2006/relationships/slideLayout" Target="../slideLayouts/slideLayout_80000041_C2C4327C.xml"/><Relationship Id="rId58" Type="http://schemas.openxmlformats.org/officeDocument/2006/relationships/slideLayout" Target="../slideLayouts/slideLayout_80000046_3C21F5BE.xml"/><Relationship Id="rId5" Type="http://schemas.openxmlformats.org/officeDocument/2006/relationships/slideLayout" Target="../slideLayouts/slideLayout_80000005_DC64CF0D.xml"/><Relationship Id="rId61" Type="http://schemas.openxmlformats.org/officeDocument/2006/relationships/slideLayout" Target="../slideLayouts/slideLayout_80000049_F385F859.xml"/><Relationship Id="rId19" Type="http://schemas.openxmlformats.org/officeDocument/2006/relationships/slideLayout" Target="../slideLayouts/slideLayout_8000001F_235E8931.xml"/><Relationship Id="rId14" Type="http://schemas.openxmlformats.org/officeDocument/2006/relationships/slideLayout" Target="../slideLayouts/slideLayout_8000001A_D386435F.xml"/><Relationship Id="rId22" Type="http://schemas.openxmlformats.org/officeDocument/2006/relationships/slideLayout" Target="../slideLayouts/slideLayout_80000022_C96E6E55.xml"/><Relationship Id="rId27" Type="http://schemas.openxmlformats.org/officeDocument/2006/relationships/slideLayout" Target="../slideLayouts/slideLayout_80000027_7B5ABE38.xml"/><Relationship Id="rId30" Type="http://schemas.openxmlformats.org/officeDocument/2006/relationships/slideLayout" Target="../slideLayouts/slideLayout_8000002A_13C16F99.xml"/><Relationship Id="rId35" Type="http://schemas.openxmlformats.org/officeDocument/2006/relationships/slideLayout" Target="../slideLayouts/slideLayout_8000002F_EE2284C4.xml"/><Relationship Id="rId43" Type="http://schemas.openxmlformats.org/officeDocument/2006/relationships/slideLayout" Target="../slideLayouts/slideLayout_80000037_364E4556.xml"/><Relationship Id="rId48" Type="http://schemas.openxmlformats.org/officeDocument/2006/relationships/slideLayout" Target="../slideLayouts/slideLayout_8000003C_662BF5A7.xml"/><Relationship Id="rId56" Type="http://schemas.openxmlformats.org/officeDocument/2006/relationships/slideLayout" Target="../slideLayouts/slideLayout_80000044_87689C4F.xml"/><Relationship Id="rId8" Type="http://schemas.openxmlformats.org/officeDocument/2006/relationships/slideLayout" Target="../slideLayouts/slideLayout_80000008_AAC011F3.xml"/><Relationship Id="rId51" Type="http://schemas.openxmlformats.org/officeDocument/2006/relationships/slideLayout" Target="../slideLayouts/slideLayout_8000003F_4E3EF4AD.xml"/><Relationship Id="rId3" Type="http://schemas.openxmlformats.org/officeDocument/2006/relationships/slideLayout" Target="../slideLayouts/slideLayout_80000003_8E531106.xml"/><Relationship Id="rId12" Type="http://schemas.openxmlformats.org/officeDocument/2006/relationships/slideLayout" Target="../slideLayouts/slideLayout_80000018_3E4FBA77.xml"/><Relationship Id="rId17" Type="http://schemas.openxmlformats.org/officeDocument/2006/relationships/slideLayout" Target="../slideLayouts/slideLayout_8000001D_8702AA12.xml"/><Relationship Id="rId25" Type="http://schemas.openxmlformats.org/officeDocument/2006/relationships/slideLayout" Target="../slideLayouts/slideLayout_80000025_37277A1B.xml"/><Relationship Id="rId33" Type="http://schemas.openxmlformats.org/officeDocument/2006/relationships/slideLayout" Target="../slideLayouts/slideLayout_8000002D_2B1B1CB2.xml"/><Relationship Id="rId38" Type="http://schemas.openxmlformats.org/officeDocument/2006/relationships/slideLayout" Target="../slideLayouts/slideLayout_80000032_A73C1FBE.xml"/><Relationship Id="rId46" Type="http://schemas.openxmlformats.org/officeDocument/2006/relationships/slideLayout" Target="../slideLayouts/slideLayout_8000003A_C9431A5C.xml"/><Relationship Id="rId59" Type="http://schemas.openxmlformats.org/officeDocument/2006/relationships/slideLayout" Target="../slideLayouts/slideLayout_80000047_9372EC81.xml"/><Relationship Id="rId20" Type="http://schemas.openxmlformats.org/officeDocument/2006/relationships/slideLayout" Target="../slideLayouts/slideLayout_80000020_B5F1402D.xml"/><Relationship Id="rId41" Type="http://schemas.openxmlformats.org/officeDocument/2006/relationships/slideLayout" Target="../slideLayouts/slideLayout_80000035_D726B2EB.xml"/><Relationship Id="rId54" Type="http://schemas.openxmlformats.org/officeDocument/2006/relationships/slideLayout" Target="../slideLayouts/slideLayout_80000042_34BD372A.xml"/><Relationship Id="rId62" Type="http://schemas.openxmlformats.org/officeDocument/2006/relationships/slideLayout" Target="../slideLayouts/slideLayout_8000004A_BD7083C3.xml"/><Relationship Id="rId1" Type="http://schemas.openxmlformats.org/officeDocument/2006/relationships/slideLayout" Target="../slideLayouts/slideLayout_80000001_969D7D9A.xml"/><Relationship Id="rId6" Type="http://schemas.openxmlformats.org/officeDocument/2006/relationships/slideLayout" Target="../slideLayouts/slideLayout_80000006_CB23283E.xml"/><Relationship Id="rId15" Type="http://schemas.openxmlformats.org/officeDocument/2006/relationships/slideLayout" Target="../slideLayouts/slideLayout_8000001B_F813678C.xml"/><Relationship Id="rId23" Type="http://schemas.openxmlformats.org/officeDocument/2006/relationships/slideLayout" Target="../slideLayouts/slideLayout_80000023_7F296684.xml"/><Relationship Id="rId28" Type="http://schemas.openxmlformats.org/officeDocument/2006/relationships/slideLayout" Target="../slideLayouts/slideLayout_80000028_632BE79F.xml"/><Relationship Id="rId36" Type="http://schemas.openxmlformats.org/officeDocument/2006/relationships/slideLayout" Target="../slideLayouts/slideLayout_80000030_D49DA1E4.xml"/><Relationship Id="rId49" Type="http://schemas.openxmlformats.org/officeDocument/2006/relationships/slideLayout" Target="../slideLayouts/slideLayout_8000003D_C6338D95.xml"/><Relationship Id="rId57" Type="http://schemas.openxmlformats.org/officeDocument/2006/relationships/slideLayout" Target="../slideLayouts/slideLayout_80000045_FA331BDA.xml"/><Relationship Id="rId10" Type="http://schemas.openxmlformats.org/officeDocument/2006/relationships/slideLayout" Target="../slideLayouts/slideLayout_8000000A_B3CBB571.xml"/><Relationship Id="rId31" Type="http://schemas.openxmlformats.org/officeDocument/2006/relationships/slideLayout" Target="../slideLayouts/slideLayout_8000002B_6D55D3C8.xml"/><Relationship Id="rId44" Type="http://schemas.openxmlformats.org/officeDocument/2006/relationships/slideLayout" Target="../slideLayouts/slideLayout_80000038_238E9BBB.xml"/><Relationship Id="rId52" Type="http://schemas.openxmlformats.org/officeDocument/2006/relationships/slideLayout" Target="../slideLayouts/slideLayout_80000040_4D196C8F.xml"/><Relationship Id="rId60" Type="http://schemas.openxmlformats.org/officeDocument/2006/relationships/slideLayout" Target="../slideLayouts/slideLayout_80000048_379A8057.xml"/><Relationship Id="rId4" Type="http://schemas.openxmlformats.org/officeDocument/2006/relationships/slideLayout" Target="../slideLayouts/slideLayout_80000004_280F8921.xml"/><Relationship Id="rId9" Type="http://schemas.openxmlformats.org/officeDocument/2006/relationships/slideLayout" Target="../slideLayouts/slideLayout_80000009_D453938E.xml"/></Relationships>
</file>

<file path=ppt/slideMasters/slideMaster_80000000_B20A51BE.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1100764" cy="92455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0" y="1752600"/>
            <a:ext cx="11125200" cy="4728526"/>
          </a:xfrm>
          <a:prstGeom prst="rect">
            <a:avLst/>
          </a:prstGeom>
        </p:spPr>
        <p:txBody>
          <a:bodyPr vert="horz" lIns="91440" tIns="45720" rIns="91440" bIns="45720" rtlCol="0" anchor="b">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5400000">
            <a:off x="11582395" y="533406"/>
            <a:ext cx="762000" cy="457191"/>
          </a:xfrm>
          <a:prstGeom prst="rect">
            <a:avLst/>
          </a:prstGeom>
        </p:spPr>
        <p:txBody>
          <a:bodyPr vert="horz" lIns="91440" tIns="45720" rIns="91440" bIns="45720" rtlCol="0" anchor="ctr"/>
          <a:lstStyle>
            <a:lvl1pPr algn="l" rtl="0">
              <a:defRPr sz="1000" b="0" i="0">
                <a:solidFill>
                  <a:schemeClr val="tx2"/>
                </a:solidFill>
                <a:latin typeface="+mn-lt"/>
              </a:defRPr>
            </a:lvl1pPr>
          </a:lstStyle>
          <a:p>
            <a:fld id="{67647914-A0A9-4948-B1E6-9F487DD60C92}" type="datetime1">
              <a:rPr lang="en-US" smtClean="0"/>
              <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9677402" y="3200402"/>
            <a:ext cx="4571995" cy="457200"/>
          </a:xfrm>
          <a:prstGeom prst="rect">
            <a:avLst/>
          </a:prstGeom>
        </p:spPr>
        <p:txBody>
          <a:bodyPr vert="horz" lIns="91440" tIns="45720" rIns="91440" bIns="45720" rtlCol="0" anchor="ctr"/>
          <a:lstStyle>
            <a:lvl1pPr algn="ctr" rtl="0">
              <a:defRPr sz="1000" b="0" i="0" cap="all" baseline="0">
                <a:solidFill>
                  <a:schemeClr val="tx2"/>
                </a:solidFill>
                <a:latin typeface="+mn-lt"/>
              </a:defRPr>
            </a:lvl1pPr>
          </a:lstStyle>
          <a:p>
            <a:r>
              <a:rPr lang="en-US"/>
              <a:t>presentation title</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34800" y="5714997"/>
            <a:ext cx="457200" cy="762003"/>
          </a:xfrm>
          <a:prstGeom prst="rect">
            <a:avLst/>
          </a:prstGeom>
        </p:spPr>
        <p:txBody>
          <a:bodyPr vert="horz" lIns="91440" tIns="45720" rIns="91440" bIns="45720" rtlCol="0" anchor="b"/>
          <a:lstStyle>
            <a:lvl1pPr algn="ctr" rtl="0">
              <a:defRPr sz="1000" b="0" i="0">
                <a:solidFill>
                  <a:schemeClr val="tx2"/>
                </a:solidFill>
                <a:latin typeface="+mn-lt"/>
              </a:defRPr>
            </a:lvl1pPr>
          </a:lstStyle>
          <a:p>
            <a:fld id="{FD550D4C-7310-48EB-AB4A-11C1BDEC928F}" type="slidenum">
              <a:rPr lang="en-US" smtClean="0"/>
              <a:pPr/>
              <a:t/>
            </a:fld>
            <a:endParaRPr lang="en-US"/>
          </a:p>
        </p:txBody>
      </p:sp>
    </p:spTree>
    <p:extLst>
      <p:ext uri="{BB962C8B-B14F-4D97-AF65-F5344CB8AC3E}">
        <p14:creationId xmlns:p14="http://schemas.microsoft.com/office/powerpoint/2010/main" val="29870207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Lst>
  <p:hf hdr="0" dt="0"/>
  <p:txStyles>
    <p:titleStyle>
      <a:lvl1pPr algn="l" defTabSz="914400" rtl="0" eaLnBrk="1" latinLnBrk="0" hangingPunct="1">
        <a:lnSpc>
          <a:spcPct val="80000"/>
        </a:lnSpc>
        <a:spcBef>
          <a:spcPct val="0"/>
        </a:spcBef>
        <a:buNone/>
        <a:defRPr sz="4000" b="0" i="0" kern="1200" spc="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2"/>
          </a:solidFill>
          <a:latin typeface="+mj-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2"/>
          </a:solidFill>
          <a:latin typeface="+mj-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2"/>
          </a:solidFill>
          <a:latin typeface="+mj-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2"/>
          </a:solidFill>
          <a:latin typeface="+mj-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9" orient="horz" pos="2160">
          <p15:clr>
            <a:srgbClr val="F26B43"/>
          </p15:clr>
        </p15:guide>
        <p15:guide id="20" pos="3840">
          <p15:clr>
            <a:srgbClr val="F26B43"/>
          </p15:clr>
        </p15:guide>
        <p15:guide id="21" pos="7680" userDrawn="1">
          <p15:clr>
            <a:srgbClr val="F26B43"/>
          </p15:clr>
        </p15:guide>
        <p15:guide id="23" orient="horz" pos="288" userDrawn="1">
          <p15:clr>
            <a:srgbClr val="F26B43"/>
          </p15:clr>
        </p15:guide>
        <p15:guide id="24" orient="horz" pos="4032" userDrawn="1">
          <p15:clr>
            <a:srgbClr val="F26B43"/>
          </p15:clr>
        </p15:guide>
        <p15:guide id="26" pos="288" userDrawn="1">
          <p15:clr>
            <a:srgbClr val="F26B43"/>
          </p15:clr>
        </p15:guide>
        <p15:guide id="27" userDrawn="1">
          <p15:clr>
            <a:srgbClr val="F26B43"/>
          </p15:clr>
        </p15:guide>
        <p15:guide id="28" pos="7392" userDrawn="1">
          <p15:clr>
            <a:srgbClr val="F26B43"/>
          </p15:clr>
        </p15:guide>
        <p15:guide id="29" pos="7296" userDrawn="1">
          <p15:clr>
            <a:srgbClr val="F26B43"/>
          </p15:clr>
        </p15:guide>
        <p15:guide id="30" orient="horz" pos="4224" userDrawn="1">
          <p15:clr>
            <a:srgbClr val="F26B43"/>
          </p15:clr>
        </p15:guide>
        <p15:guide id="31" orient="horz" pos="4080" userDrawn="1">
          <p15:clr>
            <a:srgbClr val="F26B43"/>
          </p15:clr>
        </p15:guide>
        <p15:guide id="32" orient="horz" pos="240" userDrawn="1">
          <p15:clr>
            <a:srgbClr val="F26B43"/>
          </p15:clr>
        </p15:guide>
      </p15:sldGuideLst>
    </p:ext>
  </p:extLst>
</p:sldMaster>
</file>

<file path=ppt/slides/_rels/slide_A01_7117CB74.xml.rels><?xml version="1.0" encoding="UTF-8" standalone="yes"?>
<Relationships xmlns="http://schemas.openxmlformats.org/package/2006/relationships"><Relationship Id="rId3" Type="http://schemas.openxmlformats.org/officeDocument/2006/relationships/image" Target="../media/image_4047BFEB.jpeg"/><Relationship Id="rId2" Type="http://schemas.openxmlformats.org/officeDocument/2006/relationships/notesSlide" Target="../notesSlides/notesSlide_A01_7117CB74.xml"/><Relationship Id="rId1" Type="http://schemas.openxmlformats.org/officeDocument/2006/relationships/slideLayout" Target="../slideLayouts/slideLayout_80000004_280F8921.xml"/></Relationships>
</file>

<file path=ppt/slides/_rels/slide_A02_FAEB8ED3.xml.rels><?xml version="1.0" encoding="UTF-8" standalone="yes"?>
<Relationships xmlns="http://schemas.openxmlformats.org/package/2006/relationships"><Relationship Id="rId2" Type="http://schemas.openxmlformats.org/officeDocument/2006/relationships/notesSlide" Target="../notesSlides/notesSlide_A02_FAEB8ED3.xml"/><Relationship Id="rId1" Type="http://schemas.openxmlformats.org/officeDocument/2006/relationships/slideLayout" Target="../slideLayouts/slideLayout_8000000B_4D1E0D4D.xml"/></Relationships>
</file>

<file path=ppt/slides/_rels/slide_A03_6F5DA3C8.xml.rels><?xml version="1.0" encoding="UTF-8" standalone="yes"?>
<Relationships xmlns="http://schemas.openxmlformats.org/package/2006/relationships"><Relationship Id="rId2" Type="http://schemas.openxmlformats.org/officeDocument/2006/relationships/notesSlide" Target="../notesSlides/notesSlide_A03_6F5DA3C8.xml"/><Relationship Id="rId1" Type="http://schemas.openxmlformats.org/officeDocument/2006/relationships/slideLayout" Target="../slideLayouts/slideLayout_80000002_FE6CB7E2.xml"/></Relationships>
</file>

<file path=ppt/slides/slide_A01_7117CB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DCDAD-DD2D-BD40-ABD2-3A0A3EBE5ACD}"/>
              </a:ext>
            </a:extLst>
          </p:cNvPr>
          <p:cNvSpPr>
            <a:spLocks noGrp="1"/>
          </p:cNvSpPr>
          <p:nvPr>
            <p:ph type="ctrTitle"/>
          </p:nvPr>
        </p:nvSpPr>
        <p:spPr>
          <a:xfrm>
            <a:off x="2519980" y="4362766"/>
            <a:ext cx="9037984" cy="2342834"/>
          </a:xfrm>
        </p:spPr>
        <p:txBody>
          <a:bodyPr anchor="b">
            <a:normAutofit/>
          </a:bodyPr>
          <a:lstStyle/>
          <a:p>
            <a:r>
              <a:rPr lang="en-US" sz="5600"/>
              <a:t>One System, Many Careers: How Software Development Works in a Council</a:t>
            </a:r>
          </a:p>
        </p:txBody>
      </p:sp>
      <p:sp>
        <p:nvSpPr>
          <p:cNvPr id="3" name="Subtitle 2">
            <a:extLst>
              <a:ext uri="{FF2B5EF4-FFF2-40B4-BE49-F238E27FC236}">
                <a16:creationId xmlns:a16="http://schemas.microsoft.com/office/drawing/2014/main" id="{41E03207-E809-2D56-F734-1ECEC4431C22}"/>
              </a:ext>
            </a:extLst>
          </p:cNvPr>
          <p:cNvSpPr>
            <a:spLocks noGrp="1"/>
          </p:cNvSpPr>
          <p:nvPr>
            <p:ph type="subTitle" idx="1"/>
          </p:nvPr>
        </p:nvSpPr>
        <p:spPr>
          <a:xfrm>
            <a:off x="457200" y="4353866"/>
            <a:ext cx="1676402" cy="2123133"/>
          </a:xfrm>
        </p:spPr>
        <p:txBody>
          <a:bodyPr anchor="b">
            <a:normAutofit/>
          </a:bodyPr>
          <a:lstStyle/>
          <a:p>
            <a:pPr>
              <a:spcAft>
                <a:spcPts val="600"/>
              </a:spcAft>
            </a:pPr>
            <a:r>
              <a:rPr lang="en-US"/>
              <a:t>Exploring diverse roles in council software development teams</a:t>
            </a:r>
          </a:p>
        </p:txBody>
      </p:sp>
      <p:pic>
        <p:nvPicPr>
          <p:cNvPr id="6" name="Picture 5" descr="People talking at workplace">
            <a:extLst>
              <a:ext uri="{FF2B5EF4-FFF2-40B4-BE49-F238E27FC236}">
                <a16:creationId xmlns:a16="http://schemas.microsoft.com/office/drawing/2014/main" id="{0E9EA22A-3D67-40B4-A6AB-BA7287F25939}"/>
              </a:ext>
            </a:extLst>
          </p:cNvPr>
          <p:cNvPicPr>
            <a:picLocks noChangeAspect="1"/>
          </p:cNvPicPr>
          <p:nvPr/>
        </p:nvPicPr>
        <p:blipFill>
          <a:blip r:embed="rId3"/>
          <a:srcRect t="2874" b="46102"/>
          <a:stretch>
            <a:fillRect/>
          </a:stretch>
        </p:blipFill>
        <p:spPr>
          <a:xfrm>
            <a:off x="-1" y="10"/>
            <a:ext cx="11734797" cy="3981756"/>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p:spPr>
      </p:pic>
      <p:sp>
        <p:nvSpPr>
          <p:cNvPr id="4" name="Footer Placeholder 3">
            <a:extLst>
              <a:ext uri="{FF2B5EF4-FFF2-40B4-BE49-F238E27FC236}">
                <a16:creationId xmlns:a16="http://schemas.microsoft.com/office/drawing/2014/main" id="{2D62FFB1-3D1E-2331-C861-116A3B98D63F}"/>
              </a:ext>
            </a:extLst>
          </p:cNvPr>
          <p:cNvSpPr>
            <a:spLocks noGrp="1"/>
          </p:cNvSpPr>
          <p:nvPr>
            <p:ph type="ftr" sz="quarter" idx="11"/>
          </p:nvPr>
        </p:nvSpPr>
        <p:spPr>
          <a:xfrm rot="5400000">
            <a:off x="9677398" y="3200402"/>
            <a:ext cx="4572000" cy="457199"/>
          </a:xfrm>
        </p:spPr>
        <p:txBody>
          <a:bodyPr anchor="ctr">
            <a:normAutofit/>
          </a:bodyPr>
          <a:lstStyle/>
          <a:p>
            <a:pPr>
              <a:spcAft>
                <a:spcPts val="600"/>
              </a:spcAft>
            </a:pPr>
            <a:r>
              <a:rPr lang="en-US"/>
              <a:t>presentation title</a:t>
            </a:r>
          </a:p>
        </p:txBody>
      </p:sp>
      <p:sp>
        <p:nvSpPr>
          <p:cNvPr id="5" name="Slide Number Placeholder 4">
            <a:extLst>
              <a:ext uri="{FF2B5EF4-FFF2-40B4-BE49-F238E27FC236}">
                <a16:creationId xmlns:a16="http://schemas.microsoft.com/office/drawing/2014/main" id="{58BA3194-E6D5-1456-1060-A0544511C332}"/>
              </a:ext>
            </a:extLst>
          </p:cNvPr>
          <p:cNvSpPr>
            <a:spLocks noGrp="1"/>
          </p:cNvSpPr>
          <p:nvPr>
            <p:ph type="sldNum" sz="quarter" idx="12"/>
          </p:nvPr>
        </p:nvSpPr>
        <p:spPr>
          <a:xfrm>
            <a:off x="11734800" y="5715000"/>
            <a:ext cx="457200" cy="762000"/>
          </a:xfrm>
        </p:spPr>
        <p:txBody>
          <a:bodyPr anchor="b">
            <a:normAutofit/>
          </a:bodyPr>
          <a:lstStyle/>
          <a:p>
            <a:pPr>
              <a:spcAft>
                <a:spcPts val="600"/>
              </a:spcAft>
            </a:pPr>
            <a:fld id="{FD550D4C-7310-48EB-AB4A-11C1BDEC928F}" type="slidenum">
              <a:rPr lang="en-US" smtClean="0"/>
              <a:pPr>
                <a:spcAft>
                  <a:spcPts val="600"/>
                </a:spcAft>
              </a:pPr>
              <a:t/>
            </a:fld>
            <a:endParaRPr lang="en-US"/>
          </a:p>
        </p:txBody>
      </p:sp>
    </p:spTree>
    <p:extLst>
      <p:ext uri="{BB962C8B-B14F-4D97-AF65-F5344CB8AC3E}">
        <p14:creationId xmlns:p14="http://schemas.microsoft.com/office/powerpoint/2010/main" val="1897384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_A02_FAEB8ED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911B5-6889-9529-27B9-C2B2F43661A5}"/>
              </a:ext>
            </a:extLst>
          </p:cNvPr>
          <p:cNvSpPr>
            <a:spLocks noGrp="1"/>
          </p:cNvSpPr>
          <p:nvPr>
            <p:ph type="ctrTitle"/>
          </p:nvPr>
        </p:nvSpPr>
        <p:spPr>
          <a:xfrm>
            <a:off x="3462958" y="457201"/>
            <a:ext cx="8119442" cy="6248399"/>
          </a:xfrm>
        </p:spPr>
        <p:txBody>
          <a:bodyPr anchor="t">
            <a:normAutofit/>
          </a:bodyPr>
          <a:lstStyle/>
          <a:p>
            <a:r>
              <a:rPr lang="en-US"/>
              <a:t>Understanding Real-World Software Development and Career Paths</a:t>
            </a:r>
          </a:p>
        </p:txBody>
      </p:sp>
      <p:sp>
        <p:nvSpPr>
          <p:cNvPr id="4" name="Footer Placeholder 3">
            <a:extLst>
              <a:ext uri="{FF2B5EF4-FFF2-40B4-BE49-F238E27FC236}">
                <a16:creationId xmlns:a16="http://schemas.microsoft.com/office/drawing/2014/main" id="{8CBA2812-39C3-71B5-5924-A15AFEE95E03}"/>
              </a:ext>
            </a:extLst>
          </p:cNvPr>
          <p:cNvSpPr>
            <a:spLocks noGrp="1"/>
          </p:cNvSpPr>
          <p:nvPr>
            <p:ph type="ftr" sz="quarter" idx="11"/>
          </p:nvPr>
        </p:nvSpPr>
        <p:spPr>
          <a:xfrm rot="5400000">
            <a:off x="9677399" y="3200402"/>
            <a:ext cx="4571996" cy="457199"/>
          </a:xfrm>
        </p:spPr>
        <p:txBody>
          <a:bodyPr anchor="ctr">
            <a:normAutofit/>
          </a:bodyPr>
          <a:lstStyle/>
          <a:p>
            <a:pPr>
              <a:spcAft>
                <a:spcPts val="600"/>
              </a:spcAft>
            </a:pPr>
            <a:r>
              <a:rPr lang="en-US"/>
              <a:t>presentation title</a:t>
            </a:r>
          </a:p>
        </p:txBody>
      </p:sp>
      <p:sp>
        <p:nvSpPr>
          <p:cNvPr id="5" name="Slide Number Placeholder 4">
            <a:extLst>
              <a:ext uri="{FF2B5EF4-FFF2-40B4-BE49-F238E27FC236}">
                <a16:creationId xmlns:a16="http://schemas.microsoft.com/office/drawing/2014/main" id="{DC009054-438B-579C-43B3-ECC2296FF631}"/>
              </a:ext>
            </a:extLst>
          </p:cNvPr>
          <p:cNvSpPr>
            <a:spLocks noGrp="1"/>
          </p:cNvSpPr>
          <p:nvPr>
            <p:ph type="sldNum" sz="quarter" idx="12"/>
          </p:nvPr>
        </p:nvSpPr>
        <p:spPr>
          <a:xfrm>
            <a:off x="11734800" y="5714999"/>
            <a:ext cx="457200" cy="761999"/>
          </a:xfrm>
        </p:spPr>
        <p:txBody>
          <a:bodyPr anchor="b">
            <a:normAutofit/>
          </a:bodyPr>
          <a:lstStyle/>
          <a:p>
            <a:pPr>
              <a:spcAft>
                <a:spcPts val="600"/>
              </a:spcAft>
            </a:pPr>
            <a:fld id="{FD550D4C-7310-48EB-AB4A-11C1BDEC928F}" type="slidenum">
              <a:rPr lang="en-US" smtClean="0"/>
              <a:pPr>
                <a:spcAft>
                  <a:spcPts val="600"/>
                </a:spcAft>
              </a:pPr>
              <a:t/>
            </a:fld>
            <a:endParaRPr lang="en-US"/>
          </a:p>
        </p:txBody>
      </p:sp>
    </p:spTree>
    <p:extLst>
      <p:ext uri="{BB962C8B-B14F-4D97-AF65-F5344CB8AC3E}">
        <p14:creationId xmlns:p14="http://schemas.microsoft.com/office/powerpoint/2010/main" val="42097415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6F5DA3C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D0B08-5B35-189B-D3A1-BD914DE6BF94}"/>
              </a:ext>
            </a:extLst>
          </p:cNvPr>
          <p:cNvSpPr>
            <a:spLocks noGrp="1"/>
          </p:cNvSpPr>
          <p:nvPr>
            <p:ph type="title"/>
          </p:nvPr>
        </p:nvSpPr>
        <p:spPr>
          <a:xfrm>
            <a:off x="457200" y="457200"/>
            <a:ext cx="11100764" cy="924559"/>
          </a:xfrm>
        </p:spPr>
        <p:txBody>
          <a:bodyPr anchor="t">
            <a:normAutofit/>
          </a:bodyPr>
          <a:lstStyle/>
          <a:p>
            <a:r>
              <a:rPr lang="en-US" sz="3400"/>
              <a:t>From Secure Systems to Teamwork: How One Software System Connects Many Careers</a:t>
            </a:r>
          </a:p>
        </p:txBody>
      </p:sp>
      <p:sp>
        <p:nvSpPr>
          <p:cNvPr id="4" name="Footer Placeholder 3">
            <a:extLst>
              <a:ext uri="{FF2B5EF4-FFF2-40B4-BE49-F238E27FC236}">
                <a16:creationId xmlns:a16="http://schemas.microsoft.com/office/drawing/2014/main" id="{EB82DD59-6CAE-1E5B-C384-0F99AB83F437}"/>
              </a:ext>
            </a:extLst>
          </p:cNvPr>
          <p:cNvSpPr>
            <a:spLocks noGrp="1"/>
          </p:cNvSpPr>
          <p:nvPr>
            <p:ph type="ftr" sz="quarter" idx="11"/>
          </p:nvPr>
        </p:nvSpPr>
        <p:spPr>
          <a:xfrm rot="5400000">
            <a:off x="9677402" y="3200402"/>
            <a:ext cx="4571995" cy="457200"/>
          </a:xfrm>
        </p:spPr>
        <p:txBody>
          <a:bodyPr anchor="ctr">
            <a:normAutofit/>
          </a:bodyPr>
          <a:lstStyle/>
          <a:p>
            <a:pPr>
              <a:spcAft>
                <a:spcPts val="600"/>
              </a:spcAft>
            </a:pPr>
            <a:r>
              <a:rPr lang="en-US"/>
              <a:t>presentation title</a:t>
            </a:r>
          </a:p>
        </p:txBody>
      </p:sp>
      <p:sp>
        <p:nvSpPr>
          <p:cNvPr id="5" name="Slide Number Placeholder 4">
            <a:extLst>
              <a:ext uri="{FF2B5EF4-FFF2-40B4-BE49-F238E27FC236}">
                <a16:creationId xmlns:a16="http://schemas.microsoft.com/office/drawing/2014/main" id="{56EFF219-F86D-BDAB-8D4F-20A78DDB2186}"/>
              </a:ext>
            </a:extLst>
          </p:cNvPr>
          <p:cNvSpPr>
            <a:spLocks noGrp="1"/>
          </p:cNvSpPr>
          <p:nvPr>
            <p:ph type="sldNum" sz="quarter" idx="12"/>
          </p:nvPr>
        </p:nvSpPr>
        <p:spPr>
          <a:xfrm>
            <a:off x="11734800" y="5714997"/>
            <a:ext cx="457200" cy="762003"/>
          </a:xfrm>
        </p:spPr>
        <p:txBody>
          <a:bodyPr anchor="b">
            <a:normAutofit/>
          </a:bodyPr>
          <a:lstStyle/>
          <a:p>
            <a:pPr>
              <a:spcAft>
                <a:spcPts val="600"/>
              </a:spcAft>
            </a:pPr>
            <a:fld id="{FD550D4C-7310-48EB-AB4A-11C1BDEC928F}" type="slidenum">
              <a:rPr lang="en-US" smtClean="0"/>
              <a:pPr>
                <a:spcAft>
                  <a:spcPts val="600"/>
                </a:spcAft>
              </a:pPr>
              <a:t/>
            </a:fld>
            <a:endParaRPr lang="en-US"/>
          </a:p>
        </p:txBody>
      </p:sp>
      <p:graphicFrame>
        <p:nvGraphicFramePr>
          <p:cNvPr id="7" name="Content Placeholder 6">
            <a:extLst>
              <a:ext uri="{FF2B5EF4-FFF2-40B4-BE49-F238E27FC236}">
                <a16:creationId xmlns:a16="http://schemas.microsoft.com/office/drawing/2014/main" id="{3620BD83-8312-4953-BE9F-14A31D26E67B}"/>
              </a:ext>
            </a:extLst>
          </p:cNvPr>
          <p:cNvGraphicFramePr>
            <a:graphicFrameLocks noGrp="1"/>
          </p:cNvGraphicFramePr>
          <p:nvPr>
            <p:ph idx="1"/>
          </p:nvPr>
        </p:nvGraphicFramePr>
        <p:xfrm>
          <a:off x="457200" y="1760744"/>
          <a:ext cx="11125200" cy="4712238"/>
        </p:xfrm>
        <a:graphic>
          <a:graphicData uri="http://schemas.openxmlformats.org/drawingml/2006/table">
            <a:tbl>
              <a:tblPr firstRow="1" bandRow="1">
                <a:tableStyleId>{5C22544A-7EE6-4342-B048-85BDC9FD1C3A}</a:tableStyleId>
              </a:tblPr>
              <a:tblGrid>
                <a:gridCol w="3292928">
                  <a:extLst>
                    <a:ext uri="{9D8B030D-6E8A-4147-A177-3AD203B41FA5}">
                      <a16:colId xmlns:a16="http://schemas.microsoft.com/office/drawing/2014/main" val="966848167"/>
                    </a:ext>
                  </a:extLst>
                </a:gridCol>
                <a:gridCol w="3916136">
                  <a:extLst>
                    <a:ext uri="{9D8B030D-6E8A-4147-A177-3AD203B41FA5}">
                      <a16:colId xmlns:a16="http://schemas.microsoft.com/office/drawing/2014/main" val="1104304781"/>
                    </a:ext>
                  </a:extLst>
                </a:gridCol>
                <a:gridCol w="3916136">
                  <a:extLst>
                    <a:ext uri="{9D8B030D-6E8A-4147-A177-3AD203B41FA5}">
                      <a16:colId xmlns:a16="http://schemas.microsoft.com/office/drawing/2014/main" val="3031584013"/>
                    </a:ext>
                  </a:extLst>
                </a:gridCol>
              </a:tblGrid>
              <a:tr h="424874">
                <a:tc>
                  <a:txBody>
                    <a:bodyPr/>
                    <a:lstStyle/>
                    <a:p>
                      <a:pPr>
                        <a:buNone/>
                      </a:pPr>
                      <a:r>
                        <a:rPr lang="en-US" sz="1900"/>
                        <a:t>Area of Focus</a:t>
                      </a:r>
                    </a:p>
                  </a:txBody>
                  <a:tcPr marL="96562" marR="96562" marT="48281" marB="48281" anchor="ctr"/>
                </a:tc>
                <a:tc>
                  <a:txBody>
                    <a:bodyPr/>
                    <a:lstStyle/>
                    <a:p>
                      <a:pPr>
                        <a:buNone/>
                      </a:pPr>
                      <a:r>
                        <a:rPr lang="en-US" sz="1900"/>
                        <a:t>Typical Roles</a:t>
                      </a:r>
                    </a:p>
                  </a:txBody>
                  <a:tcPr marL="96562" marR="96562" marT="48281" marB="48281" anchor="ctr"/>
                </a:tc>
                <a:tc>
                  <a:txBody>
                    <a:bodyPr/>
                    <a:lstStyle/>
                    <a:p>
                      <a:pPr>
                        <a:buNone/>
                      </a:pPr>
                      <a:r>
                        <a:rPr lang="en-US" sz="1900"/>
                        <a:t>Main Responsibility</a:t>
                      </a:r>
                    </a:p>
                  </a:txBody>
                  <a:tcPr marL="96562" marR="96562" marT="48281" marB="48281" anchor="ctr"/>
                </a:tc>
                <a:extLst>
                  <a:ext uri="{0D108BD9-81ED-4DB2-BD59-A6C34878D82A}">
                    <a16:rowId xmlns:a16="http://schemas.microsoft.com/office/drawing/2014/main" val="3062112884"/>
                  </a:ext>
                </a:extLst>
              </a:tr>
              <a:tr h="714561">
                <a:tc>
                  <a:txBody>
                    <a:bodyPr/>
                    <a:lstStyle/>
                    <a:p>
                      <a:pPr>
                        <a:buNone/>
                      </a:pPr>
                      <a:r>
                        <a:rPr lang="en-US" sz="1900"/>
                        <a:t>Building features</a:t>
                      </a:r>
                    </a:p>
                  </a:txBody>
                  <a:tcPr marL="96562" marR="96562" marT="48281" marB="48281" anchor="ctr"/>
                </a:tc>
                <a:tc>
                  <a:txBody>
                    <a:bodyPr/>
                    <a:lstStyle/>
                    <a:p>
                      <a:pPr>
                        <a:buNone/>
                      </a:pPr>
                      <a:r>
                        <a:rPr lang="en-US" sz="1900"/>
                        <a:t>Software Developer, Application Specialist</a:t>
                      </a:r>
                    </a:p>
                  </a:txBody>
                  <a:tcPr marL="96562" marR="96562" marT="48281" marB="48281" anchor="ctr"/>
                </a:tc>
                <a:tc>
                  <a:txBody>
                    <a:bodyPr/>
                    <a:lstStyle/>
                    <a:p>
                      <a:pPr>
                        <a:buNone/>
                      </a:pPr>
                      <a:r>
                        <a:rPr lang="en-US" sz="1900"/>
                        <a:t>Implement business logic, fix bugs, maintain applications</a:t>
                      </a:r>
                    </a:p>
                  </a:txBody>
                  <a:tcPr marL="96562" marR="96562" marT="48281" marB="48281" anchor="ctr"/>
                </a:tc>
                <a:extLst>
                  <a:ext uri="{0D108BD9-81ED-4DB2-BD59-A6C34878D82A}">
                    <a16:rowId xmlns:a16="http://schemas.microsoft.com/office/drawing/2014/main" val="858093017"/>
                  </a:ext>
                </a:extLst>
              </a:tr>
              <a:tr h="714561">
                <a:tc>
                  <a:txBody>
                    <a:bodyPr/>
                    <a:lstStyle/>
                    <a:p>
                      <a:pPr>
                        <a:buNone/>
                      </a:pPr>
                      <a:r>
                        <a:rPr lang="en-US" sz="1900"/>
                        <a:t>Design &amp; structure</a:t>
                      </a:r>
                    </a:p>
                  </a:txBody>
                  <a:tcPr marL="96562" marR="96562" marT="48281" marB="48281" anchor="ctr"/>
                </a:tc>
                <a:tc>
                  <a:txBody>
                    <a:bodyPr/>
                    <a:lstStyle/>
                    <a:p>
                      <a:pPr>
                        <a:buNone/>
                      </a:pPr>
                      <a:r>
                        <a:rPr lang="en-US" sz="1900"/>
                        <a:t>Solution Architect, Cloud Engineer</a:t>
                      </a:r>
                    </a:p>
                  </a:txBody>
                  <a:tcPr marL="96562" marR="96562" marT="48281" marB="48281" anchor="ctr"/>
                </a:tc>
                <a:tc>
                  <a:txBody>
                    <a:bodyPr/>
                    <a:lstStyle/>
                    <a:p>
                      <a:pPr>
                        <a:buNone/>
                      </a:pPr>
                      <a:r>
                        <a:rPr lang="en-US" sz="1900"/>
                        <a:t>Decide how systems fit together and scale securely</a:t>
                      </a:r>
                    </a:p>
                  </a:txBody>
                  <a:tcPr marL="96562" marR="96562" marT="48281" marB="48281" anchor="ctr"/>
                </a:tc>
                <a:extLst>
                  <a:ext uri="{0D108BD9-81ED-4DB2-BD59-A6C34878D82A}">
                    <a16:rowId xmlns:a16="http://schemas.microsoft.com/office/drawing/2014/main" val="1904917311"/>
                  </a:ext>
                </a:extLst>
              </a:tr>
              <a:tr h="714561">
                <a:tc>
                  <a:txBody>
                    <a:bodyPr/>
                    <a:lstStyle/>
                    <a:p>
                      <a:pPr>
                        <a:buNone/>
                      </a:pPr>
                      <a:r>
                        <a:rPr lang="en-US" sz="1900"/>
                        <a:t>Delivery &amp; operations</a:t>
                      </a:r>
                    </a:p>
                  </a:txBody>
                  <a:tcPr marL="96562" marR="96562" marT="48281" marB="48281" anchor="ctr"/>
                </a:tc>
                <a:tc>
                  <a:txBody>
                    <a:bodyPr/>
                    <a:lstStyle/>
                    <a:p>
                      <a:pPr>
                        <a:buNone/>
                      </a:pPr>
                      <a:r>
                        <a:rPr lang="en-US" sz="1900"/>
                        <a:t>DevOps Engineer, Infrastructure Engineer</a:t>
                      </a:r>
                    </a:p>
                  </a:txBody>
                  <a:tcPr marL="96562" marR="96562" marT="48281" marB="48281" anchor="ctr"/>
                </a:tc>
                <a:tc>
                  <a:txBody>
                    <a:bodyPr/>
                    <a:lstStyle/>
                    <a:p>
                      <a:pPr>
                        <a:buNone/>
                      </a:pPr>
                      <a:r>
                        <a:rPr lang="en-US" sz="1900"/>
                        <a:t>Automate deployments and keep systems running reliably</a:t>
                      </a:r>
                    </a:p>
                  </a:txBody>
                  <a:tcPr marL="96562" marR="96562" marT="48281" marB="48281" anchor="ctr"/>
                </a:tc>
                <a:extLst>
                  <a:ext uri="{0D108BD9-81ED-4DB2-BD59-A6C34878D82A}">
                    <a16:rowId xmlns:a16="http://schemas.microsoft.com/office/drawing/2014/main" val="3619617495"/>
                  </a:ext>
                </a:extLst>
              </a:tr>
              <a:tr h="714561">
                <a:tc>
                  <a:txBody>
                    <a:bodyPr/>
                    <a:lstStyle/>
                    <a:p>
                      <a:pPr>
                        <a:buNone/>
                      </a:pPr>
                      <a:r>
                        <a:rPr lang="en-US" sz="1900"/>
                        <a:t>Protection</a:t>
                      </a:r>
                    </a:p>
                  </a:txBody>
                  <a:tcPr marL="96562" marR="96562" marT="48281" marB="48281" anchor="ctr"/>
                </a:tc>
                <a:tc>
                  <a:txBody>
                    <a:bodyPr/>
                    <a:lstStyle/>
                    <a:p>
                      <a:pPr>
                        <a:buNone/>
                      </a:pPr>
                      <a:r>
                        <a:rPr lang="en-US" sz="1900"/>
                        <a:t>Security Engineer</a:t>
                      </a:r>
                    </a:p>
                  </a:txBody>
                  <a:tcPr marL="96562" marR="96562" marT="48281" marB="48281" anchor="ctr"/>
                </a:tc>
                <a:tc>
                  <a:txBody>
                    <a:bodyPr/>
                    <a:lstStyle/>
                    <a:p>
                      <a:pPr>
                        <a:buNone/>
                      </a:pPr>
                      <a:r>
                        <a:rPr lang="en-US" sz="1900"/>
                        <a:t>Protect systems, identities, and data from threats</a:t>
                      </a:r>
                    </a:p>
                  </a:txBody>
                  <a:tcPr marL="96562" marR="96562" marT="48281" marB="48281" anchor="ctr"/>
                </a:tc>
                <a:extLst>
                  <a:ext uri="{0D108BD9-81ED-4DB2-BD59-A6C34878D82A}">
                    <a16:rowId xmlns:a16="http://schemas.microsoft.com/office/drawing/2014/main" val="3387695487"/>
                  </a:ext>
                </a:extLst>
              </a:tr>
              <a:tr h="714561">
                <a:tc>
                  <a:txBody>
                    <a:bodyPr/>
                    <a:lstStyle/>
                    <a:p>
                      <a:pPr>
                        <a:buNone/>
                      </a:pPr>
                      <a:r>
                        <a:rPr lang="en-US" sz="1900"/>
                        <a:t>Data &amp; intelligence</a:t>
                      </a:r>
                    </a:p>
                  </a:txBody>
                  <a:tcPr marL="96562" marR="96562" marT="48281" marB="48281" anchor="ctr"/>
                </a:tc>
                <a:tc>
                  <a:txBody>
                    <a:bodyPr/>
                    <a:lstStyle/>
                    <a:p>
                      <a:pPr>
                        <a:buNone/>
                      </a:pPr>
                      <a:r>
                        <a:rPr lang="en-US" sz="1900"/>
                        <a:t>Data Engineer, Data Scientist, AI Engineer</a:t>
                      </a:r>
                    </a:p>
                  </a:txBody>
                  <a:tcPr marL="96562" marR="96562" marT="48281" marB="48281" anchor="ctr"/>
                </a:tc>
                <a:tc>
                  <a:txBody>
                    <a:bodyPr/>
                    <a:lstStyle/>
                    <a:p>
                      <a:pPr>
                        <a:buNone/>
                      </a:pPr>
                      <a:r>
                        <a:rPr lang="en-US" sz="1900"/>
                        <a:t>Move, analyse, and use data to generate insights</a:t>
                      </a:r>
                    </a:p>
                  </a:txBody>
                  <a:tcPr marL="96562" marR="96562" marT="48281" marB="48281" anchor="ctr"/>
                </a:tc>
                <a:extLst>
                  <a:ext uri="{0D108BD9-81ED-4DB2-BD59-A6C34878D82A}">
                    <a16:rowId xmlns:a16="http://schemas.microsoft.com/office/drawing/2014/main" val="584330884"/>
                  </a:ext>
                </a:extLst>
              </a:tr>
              <a:tr h="714561">
                <a:tc>
                  <a:txBody>
                    <a:bodyPr/>
                    <a:lstStyle/>
                    <a:p>
                      <a:pPr>
                        <a:buNone/>
                      </a:pPr>
                      <a:r>
                        <a:rPr lang="en-US" sz="1900"/>
                        <a:t>User needs</a:t>
                      </a:r>
                    </a:p>
                  </a:txBody>
                  <a:tcPr marL="96562" marR="96562" marT="48281" marB="48281" anchor="ctr"/>
                </a:tc>
                <a:tc>
                  <a:txBody>
                    <a:bodyPr/>
                    <a:lstStyle/>
                    <a:p>
                      <a:pPr>
                        <a:buNone/>
                      </a:pPr>
                      <a:r>
                        <a:rPr lang="en-US" sz="1900"/>
                        <a:t>Business Analyst, Product Owner</a:t>
                      </a:r>
                    </a:p>
                  </a:txBody>
                  <a:tcPr marL="96562" marR="96562" marT="48281" marB="48281" anchor="ctr"/>
                </a:tc>
                <a:tc>
                  <a:txBody>
                    <a:bodyPr/>
                    <a:lstStyle/>
                    <a:p>
                      <a:pPr>
                        <a:buNone/>
                      </a:pPr>
                      <a:r>
                        <a:rPr lang="en-US" sz="1900"/>
                        <a:t>Translate real-world needs into system requirements</a:t>
                      </a:r>
                    </a:p>
                  </a:txBody>
                  <a:tcPr marL="96562" marR="96562" marT="48281" marB="48281" anchor="ctr"/>
                </a:tc>
                <a:extLst>
                  <a:ext uri="{0D108BD9-81ED-4DB2-BD59-A6C34878D82A}">
                    <a16:rowId xmlns:a16="http://schemas.microsoft.com/office/drawing/2014/main" val="1469570638"/>
                  </a:ext>
                </a:extLst>
              </a:tr>
            </a:tbl>
          </a:graphicData>
        </a:graphic>
      </p:graphicFrame>
    </p:spTree>
    <p:extLst>
      <p:ext uri="{BB962C8B-B14F-4D97-AF65-F5344CB8AC3E}">
        <p14:creationId xmlns:p14="http://schemas.microsoft.com/office/powerpoint/2010/main" val="1868407752"/>
      </p:ext>
    </p:extLst>
  </p:cSld>
  <p:clrMapOvr>
    <a:masterClrMapping/>
  </p:clrMapOvr>
  <p:transition>
    <p:fade/>
  </p:transition>
</p:sld>
</file>

<file path=ppt/theme/theme_0_146C32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B20A51BE.xml><?xml version="1.0" encoding="utf-8"?>
<a:theme xmlns:a="http://schemas.openxmlformats.org/drawingml/2006/main" name="Studio edit">
  <a:themeElements>
    <a:clrScheme name="NB New 1">
      <a:dk1>
        <a:srgbClr val="000000"/>
      </a:dk1>
      <a:lt1>
        <a:srgbClr val="FFFFFF"/>
      </a:lt1>
      <a:dk2>
        <a:srgbClr val="481819"/>
      </a:dk2>
      <a:lt2>
        <a:srgbClr val="FEFCF2"/>
      </a:lt2>
      <a:accent1>
        <a:srgbClr val="A57FCF"/>
      </a:accent1>
      <a:accent2>
        <a:srgbClr val="E0C84C"/>
      </a:accent2>
      <a:accent3>
        <a:srgbClr val="E0824C"/>
      </a:accent3>
      <a:accent4>
        <a:srgbClr val="8DA6D3"/>
      </a:accent4>
      <a:accent5>
        <a:srgbClr val="3C826F"/>
      </a:accent5>
      <a:accent6>
        <a:srgbClr val="98364F"/>
      </a:accent6>
      <a:hlink>
        <a:srgbClr val="467886"/>
      </a:hlink>
      <a:folHlink>
        <a:srgbClr val="96607D"/>
      </a:folHlink>
    </a:clrScheme>
    <a:fontScheme name="Custom 100">
      <a:majorFont>
        <a:latin typeface="Bahnschrift Light SemiCondensed"/>
        <a:ea typeface=""/>
        <a:cs typeface=""/>
      </a:majorFont>
      <a:minorFont>
        <a:latin typeface="Bahnschrift Light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B-B01_Studio Edit_V3" id="{8BFC17E2-D857-413B-9A14-58B060FEC26C}" vid="{F81B6C7B-37DC-4243-9332-5E37088A10DC}"/>
    </a:ext>
  </a:extLst>
</a:theme>
</file>

<file path=docProps/core.xml><?xml version="1.0" encoding="utf-8"?>
<cp:coreProperties xmlns:cp="http://schemas.openxmlformats.org/package/2006/metadata/core-properties" xmlns:dc="http://purl.org/dc/elements/1.1/" xmlns:dcterms="http://purl.org/dc/terms/" xmlns:xsi="http://www.w3.org/2001/XMLSchema-instance">
  <dc:creator>Ben.Au@chorley.gov.uk</dc:creator>
  <cp:lastModifiedBy>Ben.Au@chorley.gov.uk</cp:lastModifiedBy>
</cp:coreProperties>
</file>